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12801600" cx="9601200"/>
  <p:notesSz cx="6858000" cy="9144000"/>
  <p:embeddedFontLst>
    <p:embeddedFont>
      <p:font typeface="Roboto"/>
      <p:regular r:id="rId22"/>
      <p:bold r:id="rId23"/>
      <p:italic r:id="rId24"/>
      <p:boldItalic r:id="rId25"/>
    </p:embeddedFont>
    <p:embeddedFont>
      <p:font typeface="Roboto Mono"/>
      <p:regular r:id="rId26"/>
      <p:bold r:id="rId27"/>
      <p:italic r:id="rId28"/>
      <p:boldItalic r:id="rId29"/>
    </p:embeddedFont>
    <p:embeddedFont>
      <p:font typeface="Cascadia Code"/>
      <p:regular r:id="rId30"/>
      <p:bold r:id="rId31"/>
      <p:italic r:id="rId32"/>
      <p:boldItalic r:id="rId33"/>
    </p:embeddedFont>
    <p:embeddedFont>
      <p:font typeface="Courier Prime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032">
          <p15:clr>
            <a:srgbClr val="747775"/>
          </p15:clr>
        </p15:guide>
        <p15:guide id="2" pos="680">
          <p15:clr>
            <a:srgbClr val="747775"/>
          </p15:clr>
        </p15:guide>
        <p15:guide id="3" pos="5560">
          <p15:clr>
            <a:srgbClr val="747775"/>
          </p15:clr>
        </p15:guide>
        <p15:guide id="4" orient="horz" pos="2041">
          <p15:clr>
            <a:srgbClr val="747775"/>
          </p15:clr>
        </p15:guide>
        <p15:guide id="5" orient="horz" pos="6023">
          <p15:clr>
            <a:srgbClr val="747775"/>
          </p15:clr>
        </p15:guide>
        <p15:guide id="6" pos="3024">
          <p15:clr>
            <a:srgbClr val="747775"/>
          </p15:clr>
        </p15:guide>
        <p15:guide id="7" orient="horz" pos="487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032" orient="horz"/>
        <p:guide pos="680"/>
        <p:guide pos="5560"/>
        <p:guide pos="2041" orient="horz"/>
        <p:guide pos="6023" orient="horz"/>
        <p:guide pos="3024"/>
        <p:guide pos="487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-regular.fntdata"/><Relationship Id="rId21" Type="http://schemas.openxmlformats.org/officeDocument/2006/relationships/slide" Target="slides/slide16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RobotoMono-italic.fntdata"/><Relationship Id="rId27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ascadiaCode-bold.fntdata"/><Relationship Id="rId30" Type="http://schemas.openxmlformats.org/officeDocument/2006/relationships/font" Target="fonts/CascadiaCode-regular.fntdata"/><Relationship Id="rId11" Type="http://schemas.openxmlformats.org/officeDocument/2006/relationships/slide" Target="slides/slide6.xml"/><Relationship Id="rId33" Type="http://schemas.openxmlformats.org/officeDocument/2006/relationships/font" Target="fonts/CascadiaCode-boldItalic.fntdata"/><Relationship Id="rId10" Type="http://schemas.openxmlformats.org/officeDocument/2006/relationships/slide" Target="slides/slide5.xml"/><Relationship Id="rId32" Type="http://schemas.openxmlformats.org/officeDocument/2006/relationships/font" Target="fonts/CascadiaCode-italic.fntdata"/><Relationship Id="rId13" Type="http://schemas.openxmlformats.org/officeDocument/2006/relationships/slide" Target="slides/slide8.xml"/><Relationship Id="rId35" Type="http://schemas.openxmlformats.org/officeDocument/2006/relationships/font" Target="fonts/CourierPrime-bold.fntdata"/><Relationship Id="rId12" Type="http://schemas.openxmlformats.org/officeDocument/2006/relationships/slide" Target="slides/slide7.xml"/><Relationship Id="rId34" Type="http://schemas.openxmlformats.org/officeDocument/2006/relationships/font" Target="fonts/CourierPrime-regular.fntdata"/><Relationship Id="rId15" Type="http://schemas.openxmlformats.org/officeDocument/2006/relationships/slide" Target="slides/slide10.xml"/><Relationship Id="rId37" Type="http://schemas.openxmlformats.org/officeDocument/2006/relationships/font" Target="fonts/CourierPrime-boldItalic.fntdata"/><Relationship Id="rId14" Type="http://schemas.openxmlformats.org/officeDocument/2006/relationships/slide" Target="slides/slide9.xml"/><Relationship Id="rId36" Type="http://schemas.openxmlformats.org/officeDocument/2006/relationships/font" Target="fonts/CourierPrime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a3b768c118_0_197:notes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a3b768c118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3b768c118_0_184:notes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3b768c118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3b768c118_0_1:notes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3b768c11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3b768c118_0_53:notes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3b768c11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3b768c118_0_69:notes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3b768c118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3b768c118_0_79:notes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3b768c118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3b768c118_0_26:notes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3b768c11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3b768c118_0_92:notes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3b768c118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3b768c118_0_112:notes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3b768c118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3b768c118_0_102:notes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3b768c118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3b768c118_0_36:notes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3b768c11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3b768c118_0_128:notes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3b768c118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3b768c118_0_148:notes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3b768c118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3b768c118_0_138:notes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3b768c118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3b768c118_0_208:notes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a3b768c118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a3b768c118_0_218:notes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a3b768c118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27294" y="1853164"/>
            <a:ext cx="8946600" cy="5108700"/>
          </a:xfrm>
          <a:prstGeom prst="rect">
            <a:avLst/>
          </a:prstGeom>
        </p:spPr>
        <p:txBody>
          <a:bodyPr anchorCtr="0" anchor="b" bIns="139850" lIns="139850" spcFirstLastPara="1" rIns="139850" wrap="square" tIns="139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954"/>
              <a:buNone/>
              <a:defRPr sz="7954"/>
            </a:lvl1pPr>
            <a:lvl2pPr lvl="1" algn="ctr">
              <a:spcBef>
                <a:spcPts val="0"/>
              </a:spcBef>
              <a:spcAft>
                <a:spcPts val="0"/>
              </a:spcAft>
              <a:buSzPts val="7954"/>
              <a:buNone/>
              <a:defRPr sz="7954"/>
            </a:lvl2pPr>
            <a:lvl3pPr lvl="2" algn="ctr">
              <a:spcBef>
                <a:spcPts val="0"/>
              </a:spcBef>
              <a:spcAft>
                <a:spcPts val="0"/>
              </a:spcAft>
              <a:buSzPts val="7954"/>
              <a:buNone/>
              <a:defRPr sz="7954"/>
            </a:lvl3pPr>
            <a:lvl4pPr lvl="3" algn="ctr">
              <a:spcBef>
                <a:spcPts val="0"/>
              </a:spcBef>
              <a:spcAft>
                <a:spcPts val="0"/>
              </a:spcAft>
              <a:buSzPts val="7954"/>
              <a:buNone/>
              <a:defRPr sz="7954"/>
            </a:lvl4pPr>
            <a:lvl5pPr lvl="4" algn="ctr">
              <a:spcBef>
                <a:spcPts val="0"/>
              </a:spcBef>
              <a:spcAft>
                <a:spcPts val="0"/>
              </a:spcAft>
              <a:buSzPts val="7954"/>
              <a:buNone/>
              <a:defRPr sz="7954"/>
            </a:lvl5pPr>
            <a:lvl6pPr lvl="5" algn="ctr">
              <a:spcBef>
                <a:spcPts val="0"/>
              </a:spcBef>
              <a:spcAft>
                <a:spcPts val="0"/>
              </a:spcAft>
              <a:buSzPts val="7954"/>
              <a:buNone/>
              <a:defRPr sz="7954"/>
            </a:lvl6pPr>
            <a:lvl7pPr lvl="6" algn="ctr">
              <a:spcBef>
                <a:spcPts val="0"/>
              </a:spcBef>
              <a:spcAft>
                <a:spcPts val="0"/>
              </a:spcAft>
              <a:buSzPts val="7954"/>
              <a:buNone/>
              <a:defRPr sz="7954"/>
            </a:lvl7pPr>
            <a:lvl8pPr lvl="7" algn="ctr">
              <a:spcBef>
                <a:spcPts val="0"/>
              </a:spcBef>
              <a:spcAft>
                <a:spcPts val="0"/>
              </a:spcAft>
              <a:buSzPts val="7954"/>
              <a:buNone/>
              <a:defRPr sz="7954"/>
            </a:lvl8pPr>
            <a:lvl9pPr lvl="8" algn="ctr">
              <a:spcBef>
                <a:spcPts val="0"/>
              </a:spcBef>
              <a:spcAft>
                <a:spcPts val="0"/>
              </a:spcAft>
              <a:buSzPts val="7954"/>
              <a:buNone/>
              <a:defRPr sz="7954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27285" y="7053822"/>
            <a:ext cx="8946600" cy="19728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83"/>
              <a:buNone/>
              <a:defRPr sz="4282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83"/>
              <a:buNone/>
              <a:defRPr sz="4282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83"/>
              <a:buNone/>
              <a:defRPr sz="4282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83"/>
              <a:buNone/>
              <a:defRPr sz="4282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83"/>
              <a:buNone/>
              <a:defRPr sz="4282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83"/>
              <a:buNone/>
              <a:defRPr sz="4282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83"/>
              <a:buNone/>
              <a:defRPr sz="4282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83"/>
              <a:buNone/>
              <a:defRPr sz="4282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83"/>
              <a:buNone/>
              <a:defRPr sz="4282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896081" y="11606228"/>
            <a:ext cx="576000" cy="979500"/>
          </a:xfrm>
          <a:prstGeom prst="rect">
            <a:avLst/>
          </a:prstGeom>
        </p:spPr>
        <p:txBody>
          <a:bodyPr anchorCtr="0" anchor="ctr" bIns="139850" lIns="139850" spcFirstLastPara="1" rIns="139850" wrap="square" tIns="139850">
            <a:normAutofit/>
          </a:bodyPr>
          <a:lstStyle>
            <a:lvl1pPr lvl="0">
              <a:buNone/>
              <a:defRPr sz="1529"/>
            </a:lvl1pPr>
            <a:lvl2pPr lvl="1">
              <a:buNone/>
              <a:defRPr sz="1529"/>
            </a:lvl2pPr>
            <a:lvl3pPr lvl="2">
              <a:buNone/>
              <a:defRPr sz="1529"/>
            </a:lvl3pPr>
            <a:lvl4pPr lvl="3">
              <a:buNone/>
              <a:defRPr sz="1529"/>
            </a:lvl4pPr>
            <a:lvl5pPr lvl="4">
              <a:buNone/>
              <a:defRPr sz="1529"/>
            </a:lvl5pPr>
            <a:lvl6pPr lvl="5">
              <a:buNone/>
              <a:defRPr sz="1529"/>
            </a:lvl6pPr>
            <a:lvl7pPr lvl="6">
              <a:buNone/>
              <a:defRPr sz="1529"/>
            </a:lvl7pPr>
            <a:lvl8pPr lvl="7">
              <a:buNone/>
              <a:defRPr sz="1529"/>
            </a:lvl8pPr>
            <a:lvl9pPr lvl="8">
              <a:buNone/>
              <a:defRPr sz="152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27285" y="5353227"/>
            <a:ext cx="8946600" cy="2095200"/>
          </a:xfrm>
          <a:prstGeom prst="rect">
            <a:avLst/>
          </a:prstGeom>
        </p:spPr>
        <p:txBody>
          <a:bodyPr anchorCtr="0" anchor="ctr" bIns="139850" lIns="139850" spcFirstLastPara="1" rIns="139850" wrap="square" tIns="139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507"/>
              <a:buNone/>
              <a:defRPr sz="5506"/>
            </a:lvl1pPr>
            <a:lvl2pPr lvl="1" algn="ctr">
              <a:spcBef>
                <a:spcPts val="0"/>
              </a:spcBef>
              <a:spcAft>
                <a:spcPts val="0"/>
              </a:spcAft>
              <a:buSzPts val="5507"/>
              <a:buNone/>
              <a:defRPr sz="5506"/>
            </a:lvl2pPr>
            <a:lvl3pPr lvl="2" algn="ctr">
              <a:spcBef>
                <a:spcPts val="0"/>
              </a:spcBef>
              <a:spcAft>
                <a:spcPts val="0"/>
              </a:spcAft>
              <a:buSzPts val="5507"/>
              <a:buNone/>
              <a:defRPr sz="5506"/>
            </a:lvl3pPr>
            <a:lvl4pPr lvl="3" algn="ctr">
              <a:spcBef>
                <a:spcPts val="0"/>
              </a:spcBef>
              <a:spcAft>
                <a:spcPts val="0"/>
              </a:spcAft>
              <a:buSzPts val="5507"/>
              <a:buNone/>
              <a:defRPr sz="5506"/>
            </a:lvl4pPr>
            <a:lvl5pPr lvl="4" algn="ctr">
              <a:spcBef>
                <a:spcPts val="0"/>
              </a:spcBef>
              <a:spcAft>
                <a:spcPts val="0"/>
              </a:spcAft>
              <a:buSzPts val="5507"/>
              <a:buNone/>
              <a:defRPr sz="5506"/>
            </a:lvl5pPr>
            <a:lvl6pPr lvl="5" algn="ctr">
              <a:spcBef>
                <a:spcPts val="0"/>
              </a:spcBef>
              <a:spcAft>
                <a:spcPts val="0"/>
              </a:spcAft>
              <a:buSzPts val="5507"/>
              <a:buNone/>
              <a:defRPr sz="5506"/>
            </a:lvl6pPr>
            <a:lvl7pPr lvl="6" algn="ctr">
              <a:spcBef>
                <a:spcPts val="0"/>
              </a:spcBef>
              <a:spcAft>
                <a:spcPts val="0"/>
              </a:spcAft>
              <a:buSzPts val="5507"/>
              <a:buNone/>
              <a:defRPr sz="5506"/>
            </a:lvl7pPr>
            <a:lvl8pPr lvl="7" algn="ctr">
              <a:spcBef>
                <a:spcPts val="0"/>
              </a:spcBef>
              <a:spcAft>
                <a:spcPts val="0"/>
              </a:spcAft>
              <a:buSzPts val="5507"/>
              <a:buNone/>
              <a:defRPr sz="5506"/>
            </a:lvl8pPr>
            <a:lvl9pPr lvl="8" algn="ctr">
              <a:spcBef>
                <a:spcPts val="0"/>
              </a:spcBef>
              <a:spcAft>
                <a:spcPts val="0"/>
              </a:spcAft>
              <a:buSzPts val="5507"/>
              <a:buNone/>
              <a:defRPr sz="5506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896081" y="11606228"/>
            <a:ext cx="576000" cy="979500"/>
          </a:xfrm>
          <a:prstGeom prst="rect">
            <a:avLst/>
          </a:prstGeom>
        </p:spPr>
        <p:txBody>
          <a:bodyPr anchorCtr="0" anchor="ctr" bIns="139850" lIns="139850" spcFirstLastPara="1" rIns="139850" wrap="square" tIns="139850">
            <a:normAutofit/>
          </a:bodyPr>
          <a:lstStyle>
            <a:lvl1pPr lvl="0">
              <a:buNone/>
              <a:defRPr sz="1529"/>
            </a:lvl1pPr>
            <a:lvl2pPr lvl="1">
              <a:buNone/>
              <a:defRPr sz="1529"/>
            </a:lvl2pPr>
            <a:lvl3pPr lvl="2">
              <a:buNone/>
              <a:defRPr sz="1529"/>
            </a:lvl3pPr>
            <a:lvl4pPr lvl="3">
              <a:buNone/>
              <a:defRPr sz="1529"/>
            </a:lvl4pPr>
            <a:lvl5pPr lvl="4">
              <a:buNone/>
              <a:defRPr sz="1529"/>
            </a:lvl5pPr>
            <a:lvl6pPr lvl="5">
              <a:buNone/>
              <a:defRPr sz="1529"/>
            </a:lvl6pPr>
            <a:lvl7pPr lvl="6">
              <a:buNone/>
              <a:defRPr sz="1529"/>
            </a:lvl7pPr>
            <a:lvl8pPr lvl="7">
              <a:buNone/>
              <a:defRPr sz="1529"/>
            </a:lvl8pPr>
            <a:lvl9pPr lvl="8">
              <a:buNone/>
              <a:defRPr sz="152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27285" y="1107618"/>
            <a:ext cx="8946600" cy="14253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83"/>
              <a:buNone/>
              <a:defRPr sz="4282"/>
            </a:lvl1pPr>
            <a:lvl2pPr lvl="1">
              <a:spcBef>
                <a:spcPts val="0"/>
              </a:spcBef>
              <a:spcAft>
                <a:spcPts val="0"/>
              </a:spcAft>
              <a:buSzPts val="4283"/>
              <a:buNone/>
              <a:defRPr sz="4282"/>
            </a:lvl2pPr>
            <a:lvl3pPr lvl="2">
              <a:spcBef>
                <a:spcPts val="0"/>
              </a:spcBef>
              <a:spcAft>
                <a:spcPts val="0"/>
              </a:spcAft>
              <a:buSzPts val="4283"/>
              <a:buNone/>
              <a:defRPr sz="4282"/>
            </a:lvl3pPr>
            <a:lvl4pPr lvl="3">
              <a:spcBef>
                <a:spcPts val="0"/>
              </a:spcBef>
              <a:spcAft>
                <a:spcPts val="0"/>
              </a:spcAft>
              <a:buSzPts val="4283"/>
              <a:buNone/>
              <a:defRPr sz="4282"/>
            </a:lvl4pPr>
            <a:lvl5pPr lvl="4">
              <a:spcBef>
                <a:spcPts val="0"/>
              </a:spcBef>
              <a:spcAft>
                <a:spcPts val="0"/>
              </a:spcAft>
              <a:buSzPts val="4283"/>
              <a:buNone/>
              <a:defRPr sz="4282"/>
            </a:lvl5pPr>
            <a:lvl6pPr lvl="5">
              <a:spcBef>
                <a:spcPts val="0"/>
              </a:spcBef>
              <a:spcAft>
                <a:spcPts val="0"/>
              </a:spcAft>
              <a:buSzPts val="4283"/>
              <a:buNone/>
              <a:defRPr sz="4282"/>
            </a:lvl6pPr>
            <a:lvl7pPr lvl="6">
              <a:spcBef>
                <a:spcPts val="0"/>
              </a:spcBef>
              <a:spcAft>
                <a:spcPts val="0"/>
              </a:spcAft>
              <a:buSzPts val="4283"/>
              <a:buNone/>
              <a:defRPr sz="4282"/>
            </a:lvl7pPr>
            <a:lvl8pPr lvl="7">
              <a:spcBef>
                <a:spcPts val="0"/>
              </a:spcBef>
              <a:spcAft>
                <a:spcPts val="0"/>
              </a:spcAft>
              <a:buSzPts val="4283"/>
              <a:buNone/>
              <a:defRPr sz="4282"/>
            </a:lvl8pPr>
            <a:lvl9pPr lvl="8">
              <a:spcBef>
                <a:spcPts val="0"/>
              </a:spcBef>
              <a:spcAft>
                <a:spcPts val="0"/>
              </a:spcAft>
              <a:buSzPts val="4283"/>
              <a:buNone/>
              <a:defRPr sz="4282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27285" y="2868382"/>
            <a:ext cx="8946600" cy="85029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rmAutofit/>
          </a:bodyPr>
          <a:lstStyle>
            <a:lvl1pPr indent="-403436" lvl="0" marL="457200">
              <a:spcBef>
                <a:spcPts val="0"/>
              </a:spcBef>
              <a:spcAft>
                <a:spcPts val="0"/>
              </a:spcAft>
              <a:buSzPts val="2753"/>
              <a:buChar char="●"/>
              <a:defRPr sz="2753"/>
            </a:lvl1pPr>
            <a:lvl2pPr indent="-364584" lvl="1" marL="914400">
              <a:spcBef>
                <a:spcPts val="0"/>
              </a:spcBef>
              <a:spcAft>
                <a:spcPts val="0"/>
              </a:spcAft>
              <a:buSzPts val="2141"/>
              <a:buChar char="○"/>
              <a:defRPr sz="2141"/>
            </a:lvl2pPr>
            <a:lvl3pPr indent="-364583" lvl="2" marL="1371600">
              <a:spcBef>
                <a:spcPts val="0"/>
              </a:spcBef>
              <a:spcAft>
                <a:spcPts val="0"/>
              </a:spcAft>
              <a:buSzPts val="2141"/>
              <a:buChar char="■"/>
              <a:defRPr sz="2141"/>
            </a:lvl3pPr>
            <a:lvl4pPr indent="-364583" lvl="3" marL="1828800">
              <a:spcBef>
                <a:spcPts val="0"/>
              </a:spcBef>
              <a:spcAft>
                <a:spcPts val="0"/>
              </a:spcAft>
              <a:buSzPts val="2141"/>
              <a:buChar char="●"/>
              <a:defRPr sz="2141"/>
            </a:lvl4pPr>
            <a:lvl5pPr indent="-364583" lvl="4" marL="2286000">
              <a:spcBef>
                <a:spcPts val="0"/>
              </a:spcBef>
              <a:spcAft>
                <a:spcPts val="0"/>
              </a:spcAft>
              <a:buSzPts val="2141"/>
              <a:buChar char="○"/>
              <a:defRPr sz="2141"/>
            </a:lvl5pPr>
            <a:lvl6pPr indent="-364583" lvl="5" marL="2743200">
              <a:spcBef>
                <a:spcPts val="0"/>
              </a:spcBef>
              <a:spcAft>
                <a:spcPts val="0"/>
              </a:spcAft>
              <a:buSzPts val="2141"/>
              <a:buChar char="■"/>
              <a:defRPr sz="2141"/>
            </a:lvl6pPr>
            <a:lvl7pPr indent="-364583" lvl="6" marL="3200400">
              <a:spcBef>
                <a:spcPts val="0"/>
              </a:spcBef>
              <a:spcAft>
                <a:spcPts val="0"/>
              </a:spcAft>
              <a:buSzPts val="2141"/>
              <a:buChar char="●"/>
              <a:defRPr sz="2141"/>
            </a:lvl7pPr>
            <a:lvl8pPr indent="-364583" lvl="7" marL="3657600">
              <a:spcBef>
                <a:spcPts val="0"/>
              </a:spcBef>
              <a:spcAft>
                <a:spcPts val="0"/>
              </a:spcAft>
              <a:buSzPts val="2141"/>
              <a:buChar char="○"/>
              <a:defRPr sz="2141"/>
            </a:lvl8pPr>
            <a:lvl9pPr indent="-364583" lvl="8" marL="4114800">
              <a:spcBef>
                <a:spcPts val="0"/>
              </a:spcBef>
              <a:spcAft>
                <a:spcPts val="0"/>
              </a:spcAft>
              <a:buSzPts val="2141"/>
              <a:buChar char="■"/>
              <a:defRPr sz="2141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896081" y="11606228"/>
            <a:ext cx="576000" cy="979500"/>
          </a:xfrm>
          <a:prstGeom prst="rect">
            <a:avLst/>
          </a:prstGeom>
        </p:spPr>
        <p:txBody>
          <a:bodyPr anchorCtr="0" anchor="ctr" bIns="139850" lIns="139850" spcFirstLastPara="1" rIns="139850" wrap="square" tIns="139850">
            <a:normAutofit/>
          </a:bodyPr>
          <a:lstStyle>
            <a:lvl1pPr lvl="0">
              <a:buNone/>
              <a:defRPr sz="1529"/>
            </a:lvl1pPr>
            <a:lvl2pPr lvl="1">
              <a:buNone/>
              <a:defRPr sz="1529"/>
            </a:lvl2pPr>
            <a:lvl3pPr lvl="2">
              <a:buNone/>
              <a:defRPr sz="1529"/>
            </a:lvl3pPr>
            <a:lvl4pPr lvl="3">
              <a:buNone/>
              <a:defRPr sz="1529"/>
            </a:lvl4pPr>
            <a:lvl5pPr lvl="4">
              <a:buNone/>
              <a:defRPr sz="1529"/>
            </a:lvl5pPr>
            <a:lvl6pPr lvl="5">
              <a:buNone/>
              <a:defRPr sz="1529"/>
            </a:lvl6pPr>
            <a:lvl7pPr lvl="6">
              <a:buNone/>
              <a:defRPr sz="1529"/>
            </a:lvl7pPr>
            <a:lvl8pPr lvl="7">
              <a:buNone/>
              <a:defRPr sz="1529"/>
            </a:lvl8pPr>
            <a:lvl9pPr lvl="8">
              <a:buNone/>
              <a:defRPr sz="152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" name="Google Shape;20;p4"/>
          <p:cNvSpPr txBox="1"/>
          <p:nvPr/>
        </p:nvSpPr>
        <p:spPr>
          <a:xfrm>
            <a:off x="1196225" y="12154625"/>
            <a:ext cx="7208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0E0E0"/>
                </a:solidFill>
                <a:latin typeface="Roboto"/>
                <a:ea typeface="Roboto"/>
                <a:cs typeface="Roboto"/>
                <a:sym typeface="Roboto"/>
              </a:rPr>
              <a:t>PADRÕES PARA LIBERTAR SEU CÓDIGO - BRUNO EMIDIO</a:t>
            </a:r>
            <a:endParaRPr sz="1600">
              <a:solidFill>
                <a:srgbClr val="E0E0E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27285" y="1107618"/>
            <a:ext cx="8946600" cy="14253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83"/>
              <a:buNone/>
              <a:defRPr sz="4282"/>
            </a:lvl1pPr>
            <a:lvl2pPr lvl="1">
              <a:spcBef>
                <a:spcPts val="0"/>
              </a:spcBef>
              <a:spcAft>
                <a:spcPts val="0"/>
              </a:spcAft>
              <a:buSzPts val="4283"/>
              <a:buNone/>
              <a:defRPr sz="4282"/>
            </a:lvl2pPr>
            <a:lvl3pPr lvl="2">
              <a:spcBef>
                <a:spcPts val="0"/>
              </a:spcBef>
              <a:spcAft>
                <a:spcPts val="0"/>
              </a:spcAft>
              <a:buSzPts val="4283"/>
              <a:buNone/>
              <a:defRPr sz="4282"/>
            </a:lvl3pPr>
            <a:lvl4pPr lvl="3">
              <a:spcBef>
                <a:spcPts val="0"/>
              </a:spcBef>
              <a:spcAft>
                <a:spcPts val="0"/>
              </a:spcAft>
              <a:buSzPts val="4283"/>
              <a:buNone/>
              <a:defRPr sz="4282"/>
            </a:lvl4pPr>
            <a:lvl5pPr lvl="4">
              <a:spcBef>
                <a:spcPts val="0"/>
              </a:spcBef>
              <a:spcAft>
                <a:spcPts val="0"/>
              </a:spcAft>
              <a:buSzPts val="4283"/>
              <a:buNone/>
              <a:defRPr sz="4282"/>
            </a:lvl5pPr>
            <a:lvl6pPr lvl="5">
              <a:spcBef>
                <a:spcPts val="0"/>
              </a:spcBef>
              <a:spcAft>
                <a:spcPts val="0"/>
              </a:spcAft>
              <a:buSzPts val="4283"/>
              <a:buNone/>
              <a:defRPr sz="4282"/>
            </a:lvl6pPr>
            <a:lvl7pPr lvl="6">
              <a:spcBef>
                <a:spcPts val="0"/>
              </a:spcBef>
              <a:spcAft>
                <a:spcPts val="0"/>
              </a:spcAft>
              <a:buSzPts val="4283"/>
              <a:buNone/>
              <a:defRPr sz="4282"/>
            </a:lvl7pPr>
            <a:lvl8pPr lvl="7">
              <a:spcBef>
                <a:spcPts val="0"/>
              </a:spcBef>
              <a:spcAft>
                <a:spcPts val="0"/>
              </a:spcAft>
              <a:buSzPts val="4283"/>
              <a:buNone/>
              <a:defRPr sz="4282"/>
            </a:lvl8pPr>
            <a:lvl9pPr lvl="8">
              <a:spcBef>
                <a:spcPts val="0"/>
              </a:spcBef>
              <a:spcAft>
                <a:spcPts val="0"/>
              </a:spcAft>
              <a:buSzPts val="4283"/>
              <a:buNone/>
              <a:defRPr sz="4282"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27285" y="2868382"/>
            <a:ext cx="4200000" cy="85029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rmAutofit/>
          </a:bodyPr>
          <a:lstStyle>
            <a:lvl1pPr indent="-364584" lvl="0" marL="457200">
              <a:spcBef>
                <a:spcPts val="0"/>
              </a:spcBef>
              <a:spcAft>
                <a:spcPts val="0"/>
              </a:spcAft>
              <a:buSzPts val="2141"/>
              <a:buChar char="●"/>
              <a:defRPr sz="2141"/>
            </a:lvl1pPr>
            <a:lvl2pPr indent="-345158" lvl="1" marL="914400">
              <a:spcBef>
                <a:spcPts val="0"/>
              </a:spcBef>
              <a:spcAft>
                <a:spcPts val="0"/>
              </a:spcAft>
              <a:buSzPts val="1836"/>
              <a:buChar char="○"/>
              <a:defRPr sz="1835"/>
            </a:lvl2pPr>
            <a:lvl3pPr indent="-345158" lvl="2" marL="1371600">
              <a:spcBef>
                <a:spcPts val="0"/>
              </a:spcBef>
              <a:spcAft>
                <a:spcPts val="0"/>
              </a:spcAft>
              <a:buSzPts val="1836"/>
              <a:buChar char="■"/>
              <a:defRPr sz="1835"/>
            </a:lvl3pPr>
            <a:lvl4pPr indent="-345158" lvl="3" marL="1828800">
              <a:spcBef>
                <a:spcPts val="0"/>
              </a:spcBef>
              <a:spcAft>
                <a:spcPts val="0"/>
              </a:spcAft>
              <a:buSzPts val="1836"/>
              <a:buChar char="●"/>
              <a:defRPr sz="1835"/>
            </a:lvl4pPr>
            <a:lvl5pPr indent="-345158" lvl="4" marL="2286000">
              <a:spcBef>
                <a:spcPts val="0"/>
              </a:spcBef>
              <a:spcAft>
                <a:spcPts val="0"/>
              </a:spcAft>
              <a:buSzPts val="1836"/>
              <a:buChar char="○"/>
              <a:defRPr sz="1835"/>
            </a:lvl5pPr>
            <a:lvl6pPr indent="-345158" lvl="5" marL="2743200">
              <a:spcBef>
                <a:spcPts val="0"/>
              </a:spcBef>
              <a:spcAft>
                <a:spcPts val="0"/>
              </a:spcAft>
              <a:buSzPts val="1836"/>
              <a:buChar char="■"/>
              <a:defRPr sz="1835"/>
            </a:lvl6pPr>
            <a:lvl7pPr indent="-345158" lvl="6" marL="3200400">
              <a:spcBef>
                <a:spcPts val="0"/>
              </a:spcBef>
              <a:spcAft>
                <a:spcPts val="0"/>
              </a:spcAft>
              <a:buSzPts val="1836"/>
              <a:buChar char="●"/>
              <a:defRPr sz="1835"/>
            </a:lvl7pPr>
            <a:lvl8pPr indent="-345158" lvl="7" marL="3657600">
              <a:spcBef>
                <a:spcPts val="0"/>
              </a:spcBef>
              <a:spcAft>
                <a:spcPts val="0"/>
              </a:spcAft>
              <a:buSzPts val="1836"/>
              <a:buChar char="○"/>
              <a:defRPr sz="1835"/>
            </a:lvl8pPr>
            <a:lvl9pPr indent="-345158" lvl="8" marL="4114800">
              <a:spcBef>
                <a:spcPts val="0"/>
              </a:spcBef>
              <a:spcAft>
                <a:spcPts val="0"/>
              </a:spcAft>
              <a:buSzPts val="1836"/>
              <a:buChar char="■"/>
              <a:defRPr sz="1835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5074020" y="2868382"/>
            <a:ext cx="4200000" cy="85029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rmAutofit/>
          </a:bodyPr>
          <a:lstStyle>
            <a:lvl1pPr indent="-364584" lvl="0" marL="457200">
              <a:spcBef>
                <a:spcPts val="0"/>
              </a:spcBef>
              <a:spcAft>
                <a:spcPts val="0"/>
              </a:spcAft>
              <a:buSzPts val="2141"/>
              <a:buChar char="●"/>
              <a:defRPr sz="2141"/>
            </a:lvl1pPr>
            <a:lvl2pPr indent="-345158" lvl="1" marL="914400">
              <a:spcBef>
                <a:spcPts val="0"/>
              </a:spcBef>
              <a:spcAft>
                <a:spcPts val="0"/>
              </a:spcAft>
              <a:buSzPts val="1836"/>
              <a:buChar char="○"/>
              <a:defRPr sz="1835"/>
            </a:lvl2pPr>
            <a:lvl3pPr indent="-345158" lvl="2" marL="1371600">
              <a:spcBef>
                <a:spcPts val="0"/>
              </a:spcBef>
              <a:spcAft>
                <a:spcPts val="0"/>
              </a:spcAft>
              <a:buSzPts val="1836"/>
              <a:buChar char="■"/>
              <a:defRPr sz="1835"/>
            </a:lvl3pPr>
            <a:lvl4pPr indent="-345158" lvl="3" marL="1828800">
              <a:spcBef>
                <a:spcPts val="0"/>
              </a:spcBef>
              <a:spcAft>
                <a:spcPts val="0"/>
              </a:spcAft>
              <a:buSzPts val="1836"/>
              <a:buChar char="●"/>
              <a:defRPr sz="1835"/>
            </a:lvl4pPr>
            <a:lvl5pPr indent="-345158" lvl="4" marL="2286000">
              <a:spcBef>
                <a:spcPts val="0"/>
              </a:spcBef>
              <a:spcAft>
                <a:spcPts val="0"/>
              </a:spcAft>
              <a:buSzPts val="1836"/>
              <a:buChar char="○"/>
              <a:defRPr sz="1835"/>
            </a:lvl5pPr>
            <a:lvl6pPr indent="-345158" lvl="5" marL="2743200">
              <a:spcBef>
                <a:spcPts val="0"/>
              </a:spcBef>
              <a:spcAft>
                <a:spcPts val="0"/>
              </a:spcAft>
              <a:buSzPts val="1836"/>
              <a:buChar char="■"/>
              <a:defRPr sz="1835"/>
            </a:lvl6pPr>
            <a:lvl7pPr indent="-345158" lvl="6" marL="3200400">
              <a:spcBef>
                <a:spcPts val="0"/>
              </a:spcBef>
              <a:spcAft>
                <a:spcPts val="0"/>
              </a:spcAft>
              <a:buSzPts val="1836"/>
              <a:buChar char="●"/>
              <a:defRPr sz="1835"/>
            </a:lvl7pPr>
            <a:lvl8pPr indent="-345158" lvl="7" marL="3657600">
              <a:spcBef>
                <a:spcPts val="0"/>
              </a:spcBef>
              <a:spcAft>
                <a:spcPts val="0"/>
              </a:spcAft>
              <a:buSzPts val="1836"/>
              <a:buChar char="○"/>
              <a:defRPr sz="1835"/>
            </a:lvl8pPr>
            <a:lvl9pPr indent="-345158" lvl="8" marL="4114800">
              <a:spcBef>
                <a:spcPts val="0"/>
              </a:spcBef>
              <a:spcAft>
                <a:spcPts val="0"/>
              </a:spcAft>
              <a:buSzPts val="1836"/>
              <a:buChar char="■"/>
              <a:defRPr sz="1835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896081" y="11606228"/>
            <a:ext cx="576000" cy="979500"/>
          </a:xfrm>
          <a:prstGeom prst="rect">
            <a:avLst/>
          </a:prstGeom>
        </p:spPr>
        <p:txBody>
          <a:bodyPr anchorCtr="0" anchor="ctr" bIns="139850" lIns="139850" spcFirstLastPara="1" rIns="139850" wrap="square" tIns="139850">
            <a:normAutofit/>
          </a:bodyPr>
          <a:lstStyle>
            <a:lvl1pPr lvl="0">
              <a:buNone/>
              <a:defRPr sz="1529"/>
            </a:lvl1pPr>
            <a:lvl2pPr lvl="1">
              <a:buNone/>
              <a:defRPr sz="1529"/>
            </a:lvl2pPr>
            <a:lvl3pPr lvl="2">
              <a:buNone/>
              <a:defRPr sz="1529"/>
            </a:lvl3pPr>
            <a:lvl4pPr lvl="3">
              <a:buNone/>
              <a:defRPr sz="1529"/>
            </a:lvl4pPr>
            <a:lvl5pPr lvl="4">
              <a:buNone/>
              <a:defRPr sz="1529"/>
            </a:lvl5pPr>
            <a:lvl6pPr lvl="5">
              <a:buNone/>
              <a:defRPr sz="1529"/>
            </a:lvl6pPr>
            <a:lvl7pPr lvl="6">
              <a:buNone/>
              <a:defRPr sz="1529"/>
            </a:lvl7pPr>
            <a:lvl8pPr lvl="7">
              <a:buNone/>
              <a:defRPr sz="1529"/>
            </a:lvl8pPr>
            <a:lvl9pPr lvl="8">
              <a:buNone/>
              <a:defRPr sz="152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27285" y="1107618"/>
            <a:ext cx="8946600" cy="14253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83"/>
              <a:buNone/>
              <a:defRPr sz="4282"/>
            </a:lvl1pPr>
            <a:lvl2pPr lvl="1">
              <a:spcBef>
                <a:spcPts val="0"/>
              </a:spcBef>
              <a:spcAft>
                <a:spcPts val="0"/>
              </a:spcAft>
              <a:buSzPts val="4283"/>
              <a:buNone/>
              <a:defRPr sz="4282"/>
            </a:lvl2pPr>
            <a:lvl3pPr lvl="2">
              <a:spcBef>
                <a:spcPts val="0"/>
              </a:spcBef>
              <a:spcAft>
                <a:spcPts val="0"/>
              </a:spcAft>
              <a:buSzPts val="4283"/>
              <a:buNone/>
              <a:defRPr sz="4282"/>
            </a:lvl3pPr>
            <a:lvl4pPr lvl="3">
              <a:spcBef>
                <a:spcPts val="0"/>
              </a:spcBef>
              <a:spcAft>
                <a:spcPts val="0"/>
              </a:spcAft>
              <a:buSzPts val="4283"/>
              <a:buNone/>
              <a:defRPr sz="4282"/>
            </a:lvl4pPr>
            <a:lvl5pPr lvl="4">
              <a:spcBef>
                <a:spcPts val="0"/>
              </a:spcBef>
              <a:spcAft>
                <a:spcPts val="0"/>
              </a:spcAft>
              <a:buSzPts val="4283"/>
              <a:buNone/>
              <a:defRPr sz="4282"/>
            </a:lvl5pPr>
            <a:lvl6pPr lvl="5">
              <a:spcBef>
                <a:spcPts val="0"/>
              </a:spcBef>
              <a:spcAft>
                <a:spcPts val="0"/>
              </a:spcAft>
              <a:buSzPts val="4283"/>
              <a:buNone/>
              <a:defRPr sz="4282"/>
            </a:lvl6pPr>
            <a:lvl7pPr lvl="6">
              <a:spcBef>
                <a:spcPts val="0"/>
              </a:spcBef>
              <a:spcAft>
                <a:spcPts val="0"/>
              </a:spcAft>
              <a:buSzPts val="4283"/>
              <a:buNone/>
              <a:defRPr sz="4282"/>
            </a:lvl7pPr>
            <a:lvl8pPr lvl="7">
              <a:spcBef>
                <a:spcPts val="0"/>
              </a:spcBef>
              <a:spcAft>
                <a:spcPts val="0"/>
              </a:spcAft>
              <a:buSzPts val="4283"/>
              <a:buNone/>
              <a:defRPr sz="4282"/>
            </a:lvl8pPr>
            <a:lvl9pPr lvl="8">
              <a:spcBef>
                <a:spcPts val="0"/>
              </a:spcBef>
              <a:spcAft>
                <a:spcPts val="0"/>
              </a:spcAft>
              <a:buSzPts val="4283"/>
              <a:buNone/>
              <a:defRPr sz="4282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896081" y="11606228"/>
            <a:ext cx="576000" cy="979500"/>
          </a:xfrm>
          <a:prstGeom prst="rect">
            <a:avLst/>
          </a:prstGeom>
        </p:spPr>
        <p:txBody>
          <a:bodyPr anchorCtr="0" anchor="ctr" bIns="139850" lIns="139850" spcFirstLastPara="1" rIns="139850" wrap="square" tIns="139850">
            <a:normAutofit/>
          </a:bodyPr>
          <a:lstStyle>
            <a:lvl1pPr lvl="0">
              <a:buNone/>
              <a:defRPr sz="1529"/>
            </a:lvl1pPr>
            <a:lvl2pPr lvl="1">
              <a:buNone/>
              <a:defRPr sz="1529"/>
            </a:lvl2pPr>
            <a:lvl3pPr lvl="2">
              <a:buNone/>
              <a:defRPr sz="1529"/>
            </a:lvl3pPr>
            <a:lvl4pPr lvl="3">
              <a:buNone/>
              <a:defRPr sz="1529"/>
            </a:lvl4pPr>
            <a:lvl5pPr lvl="4">
              <a:buNone/>
              <a:defRPr sz="1529"/>
            </a:lvl5pPr>
            <a:lvl6pPr lvl="5">
              <a:buNone/>
              <a:defRPr sz="1529"/>
            </a:lvl6pPr>
            <a:lvl7pPr lvl="6">
              <a:buNone/>
              <a:defRPr sz="1529"/>
            </a:lvl7pPr>
            <a:lvl8pPr lvl="7">
              <a:buNone/>
              <a:defRPr sz="1529"/>
            </a:lvl8pPr>
            <a:lvl9pPr lvl="8">
              <a:buNone/>
              <a:defRPr sz="152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27285" y="1382827"/>
            <a:ext cx="2948400" cy="1881000"/>
          </a:xfrm>
          <a:prstGeom prst="rect">
            <a:avLst/>
          </a:prstGeom>
        </p:spPr>
        <p:txBody>
          <a:bodyPr anchorCtr="0" anchor="b" bIns="139850" lIns="139850" spcFirstLastPara="1" rIns="139850" wrap="square" tIns="139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71"/>
              <a:buNone/>
              <a:defRPr sz="3671"/>
            </a:lvl1pPr>
            <a:lvl2pPr lvl="1">
              <a:spcBef>
                <a:spcPts val="0"/>
              </a:spcBef>
              <a:spcAft>
                <a:spcPts val="0"/>
              </a:spcAft>
              <a:buSzPts val="3671"/>
              <a:buNone/>
              <a:defRPr sz="3671"/>
            </a:lvl2pPr>
            <a:lvl3pPr lvl="2">
              <a:spcBef>
                <a:spcPts val="0"/>
              </a:spcBef>
              <a:spcAft>
                <a:spcPts val="0"/>
              </a:spcAft>
              <a:buSzPts val="3671"/>
              <a:buNone/>
              <a:defRPr sz="3671"/>
            </a:lvl3pPr>
            <a:lvl4pPr lvl="3">
              <a:spcBef>
                <a:spcPts val="0"/>
              </a:spcBef>
              <a:spcAft>
                <a:spcPts val="0"/>
              </a:spcAft>
              <a:buSzPts val="3671"/>
              <a:buNone/>
              <a:defRPr sz="3671"/>
            </a:lvl4pPr>
            <a:lvl5pPr lvl="4">
              <a:spcBef>
                <a:spcPts val="0"/>
              </a:spcBef>
              <a:spcAft>
                <a:spcPts val="0"/>
              </a:spcAft>
              <a:buSzPts val="3671"/>
              <a:buNone/>
              <a:defRPr sz="3671"/>
            </a:lvl5pPr>
            <a:lvl6pPr lvl="5">
              <a:spcBef>
                <a:spcPts val="0"/>
              </a:spcBef>
              <a:spcAft>
                <a:spcPts val="0"/>
              </a:spcAft>
              <a:buSzPts val="3671"/>
              <a:buNone/>
              <a:defRPr sz="3671"/>
            </a:lvl6pPr>
            <a:lvl7pPr lvl="6">
              <a:spcBef>
                <a:spcPts val="0"/>
              </a:spcBef>
              <a:spcAft>
                <a:spcPts val="0"/>
              </a:spcAft>
              <a:buSzPts val="3671"/>
              <a:buNone/>
              <a:defRPr sz="3671"/>
            </a:lvl7pPr>
            <a:lvl8pPr lvl="7">
              <a:spcBef>
                <a:spcPts val="0"/>
              </a:spcBef>
              <a:spcAft>
                <a:spcPts val="0"/>
              </a:spcAft>
              <a:buSzPts val="3671"/>
              <a:buNone/>
              <a:defRPr sz="3671"/>
            </a:lvl8pPr>
            <a:lvl9pPr lvl="8">
              <a:spcBef>
                <a:spcPts val="0"/>
              </a:spcBef>
              <a:spcAft>
                <a:spcPts val="0"/>
              </a:spcAft>
              <a:buSzPts val="3671"/>
              <a:buNone/>
              <a:defRPr sz="3671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27285" y="3458560"/>
            <a:ext cx="2948400" cy="79131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rmAutofit/>
          </a:bodyPr>
          <a:lstStyle>
            <a:lvl1pPr indent="-345158" lvl="0" marL="457200">
              <a:spcBef>
                <a:spcPts val="0"/>
              </a:spcBef>
              <a:spcAft>
                <a:spcPts val="0"/>
              </a:spcAft>
              <a:buSzPts val="1836"/>
              <a:buChar char="●"/>
              <a:defRPr sz="1835"/>
            </a:lvl1pPr>
            <a:lvl2pPr indent="-345158" lvl="1" marL="914400">
              <a:spcBef>
                <a:spcPts val="0"/>
              </a:spcBef>
              <a:spcAft>
                <a:spcPts val="0"/>
              </a:spcAft>
              <a:buSzPts val="1836"/>
              <a:buChar char="○"/>
              <a:defRPr sz="1835"/>
            </a:lvl2pPr>
            <a:lvl3pPr indent="-345158" lvl="2" marL="1371600">
              <a:spcBef>
                <a:spcPts val="0"/>
              </a:spcBef>
              <a:spcAft>
                <a:spcPts val="0"/>
              </a:spcAft>
              <a:buSzPts val="1836"/>
              <a:buChar char="■"/>
              <a:defRPr sz="1835"/>
            </a:lvl3pPr>
            <a:lvl4pPr indent="-345158" lvl="3" marL="1828800">
              <a:spcBef>
                <a:spcPts val="0"/>
              </a:spcBef>
              <a:spcAft>
                <a:spcPts val="0"/>
              </a:spcAft>
              <a:buSzPts val="1836"/>
              <a:buChar char="●"/>
              <a:defRPr sz="1835"/>
            </a:lvl4pPr>
            <a:lvl5pPr indent="-345158" lvl="4" marL="2286000">
              <a:spcBef>
                <a:spcPts val="0"/>
              </a:spcBef>
              <a:spcAft>
                <a:spcPts val="0"/>
              </a:spcAft>
              <a:buSzPts val="1836"/>
              <a:buChar char="○"/>
              <a:defRPr sz="1835"/>
            </a:lvl5pPr>
            <a:lvl6pPr indent="-345158" lvl="5" marL="2743200">
              <a:spcBef>
                <a:spcPts val="0"/>
              </a:spcBef>
              <a:spcAft>
                <a:spcPts val="0"/>
              </a:spcAft>
              <a:buSzPts val="1836"/>
              <a:buChar char="■"/>
              <a:defRPr sz="1835"/>
            </a:lvl6pPr>
            <a:lvl7pPr indent="-345158" lvl="6" marL="3200400">
              <a:spcBef>
                <a:spcPts val="0"/>
              </a:spcBef>
              <a:spcAft>
                <a:spcPts val="0"/>
              </a:spcAft>
              <a:buSzPts val="1836"/>
              <a:buChar char="●"/>
              <a:defRPr sz="1835"/>
            </a:lvl7pPr>
            <a:lvl8pPr indent="-345158" lvl="7" marL="3657600">
              <a:spcBef>
                <a:spcPts val="0"/>
              </a:spcBef>
              <a:spcAft>
                <a:spcPts val="0"/>
              </a:spcAft>
              <a:buSzPts val="1836"/>
              <a:buChar char="○"/>
              <a:defRPr sz="1835"/>
            </a:lvl8pPr>
            <a:lvl9pPr indent="-345158" lvl="8" marL="4114800">
              <a:spcBef>
                <a:spcPts val="0"/>
              </a:spcBef>
              <a:spcAft>
                <a:spcPts val="0"/>
              </a:spcAft>
              <a:buSzPts val="1836"/>
              <a:buChar char="■"/>
              <a:defRPr sz="1835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896081" y="11606228"/>
            <a:ext cx="576000" cy="979500"/>
          </a:xfrm>
          <a:prstGeom prst="rect">
            <a:avLst/>
          </a:prstGeom>
        </p:spPr>
        <p:txBody>
          <a:bodyPr anchorCtr="0" anchor="ctr" bIns="139850" lIns="139850" spcFirstLastPara="1" rIns="139850" wrap="square" tIns="139850">
            <a:normAutofit/>
          </a:bodyPr>
          <a:lstStyle>
            <a:lvl1pPr lvl="0">
              <a:buNone/>
              <a:defRPr sz="1529"/>
            </a:lvl1pPr>
            <a:lvl2pPr lvl="1">
              <a:buNone/>
              <a:defRPr sz="1529"/>
            </a:lvl2pPr>
            <a:lvl3pPr lvl="2">
              <a:buNone/>
              <a:defRPr sz="1529"/>
            </a:lvl3pPr>
            <a:lvl4pPr lvl="3">
              <a:buNone/>
              <a:defRPr sz="1529"/>
            </a:lvl4pPr>
            <a:lvl5pPr lvl="4">
              <a:buNone/>
              <a:defRPr sz="1529"/>
            </a:lvl5pPr>
            <a:lvl6pPr lvl="5">
              <a:buNone/>
              <a:defRPr sz="1529"/>
            </a:lvl6pPr>
            <a:lvl7pPr lvl="6">
              <a:buNone/>
              <a:defRPr sz="1529"/>
            </a:lvl7pPr>
            <a:lvl8pPr lvl="7">
              <a:buNone/>
              <a:defRPr sz="1529"/>
            </a:lvl8pPr>
            <a:lvl9pPr lvl="8">
              <a:buNone/>
              <a:defRPr sz="152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514763" y="1120373"/>
            <a:ext cx="6686100" cy="10181400"/>
          </a:xfrm>
          <a:prstGeom prst="rect">
            <a:avLst/>
          </a:prstGeom>
        </p:spPr>
        <p:txBody>
          <a:bodyPr anchorCtr="0" anchor="ctr" bIns="139850" lIns="139850" spcFirstLastPara="1" rIns="139850" wrap="square" tIns="139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342"/>
              <a:buNone/>
              <a:defRPr sz="7342"/>
            </a:lvl1pPr>
            <a:lvl2pPr lvl="1">
              <a:spcBef>
                <a:spcPts val="0"/>
              </a:spcBef>
              <a:spcAft>
                <a:spcPts val="0"/>
              </a:spcAft>
              <a:buSzPts val="7342"/>
              <a:buNone/>
              <a:defRPr sz="7342"/>
            </a:lvl2pPr>
            <a:lvl3pPr lvl="2">
              <a:spcBef>
                <a:spcPts val="0"/>
              </a:spcBef>
              <a:spcAft>
                <a:spcPts val="0"/>
              </a:spcAft>
              <a:buSzPts val="7342"/>
              <a:buNone/>
              <a:defRPr sz="7342"/>
            </a:lvl3pPr>
            <a:lvl4pPr lvl="3">
              <a:spcBef>
                <a:spcPts val="0"/>
              </a:spcBef>
              <a:spcAft>
                <a:spcPts val="0"/>
              </a:spcAft>
              <a:buSzPts val="7342"/>
              <a:buNone/>
              <a:defRPr sz="7342"/>
            </a:lvl4pPr>
            <a:lvl5pPr lvl="4">
              <a:spcBef>
                <a:spcPts val="0"/>
              </a:spcBef>
              <a:spcAft>
                <a:spcPts val="0"/>
              </a:spcAft>
              <a:buSzPts val="7342"/>
              <a:buNone/>
              <a:defRPr sz="7342"/>
            </a:lvl5pPr>
            <a:lvl6pPr lvl="5">
              <a:spcBef>
                <a:spcPts val="0"/>
              </a:spcBef>
              <a:spcAft>
                <a:spcPts val="0"/>
              </a:spcAft>
              <a:buSzPts val="7342"/>
              <a:buNone/>
              <a:defRPr sz="7342"/>
            </a:lvl6pPr>
            <a:lvl7pPr lvl="6">
              <a:spcBef>
                <a:spcPts val="0"/>
              </a:spcBef>
              <a:spcAft>
                <a:spcPts val="0"/>
              </a:spcAft>
              <a:buSzPts val="7342"/>
              <a:buNone/>
              <a:defRPr sz="7342"/>
            </a:lvl7pPr>
            <a:lvl8pPr lvl="7">
              <a:spcBef>
                <a:spcPts val="0"/>
              </a:spcBef>
              <a:spcAft>
                <a:spcPts val="0"/>
              </a:spcAft>
              <a:buSzPts val="7342"/>
              <a:buNone/>
              <a:defRPr sz="7342"/>
            </a:lvl8pPr>
            <a:lvl9pPr lvl="8">
              <a:spcBef>
                <a:spcPts val="0"/>
              </a:spcBef>
              <a:spcAft>
                <a:spcPts val="0"/>
              </a:spcAft>
              <a:buSzPts val="7342"/>
              <a:buNone/>
              <a:defRPr sz="7342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896081" y="11606228"/>
            <a:ext cx="576000" cy="979500"/>
          </a:xfrm>
          <a:prstGeom prst="rect">
            <a:avLst/>
          </a:prstGeom>
        </p:spPr>
        <p:txBody>
          <a:bodyPr anchorCtr="0" anchor="ctr" bIns="139850" lIns="139850" spcFirstLastPara="1" rIns="139850" wrap="square" tIns="139850">
            <a:normAutofit/>
          </a:bodyPr>
          <a:lstStyle>
            <a:lvl1pPr lvl="0">
              <a:buNone/>
              <a:defRPr sz="1529"/>
            </a:lvl1pPr>
            <a:lvl2pPr lvl="1">
              <a:buNone/>
              <a:defRPr sz="1529"/>
            </a:lvl2pPr>
            <a:lvl3pPr lvl="2">
              <a:buNone/>
              <a:defRPr sz="1529"/>
            </a:lvl3pPr>
            <a:lvl4pPr lvl="3">
              <a:buNone/>
              <a:defRPr sz="1529"/>
            </a:lvl4pPr>
            <a:lvl5pPr lvl="4">
              <a:buNone/>
              <a:defRPr sz="1529"/>
            </a:lvl5pPr>
            <a:lvl6pPr lvl="5">
              <a:buNone/>
              <a:defRPr sz="1529"/>
            </a:lvl6pPr>
            <a:lvl7pPr lvl="6">
              <a:buNone/>
              <a:defRPr sz="1529"/>
            </a:lvl7pPr>
            <a:lvl8pPr lvl="7">
              <a:buNone/>
              <a:defRPr sz="1529"/>
            </a:lvl8pPr>
            <a:lvl9pPr lvl="8">
              <a:buNone/>
              <a:defRPr sz="152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800600" y="-311"/>
            <a:ext cx="4800600" cy="1280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39850" lIns="139850" spcFirstLastPara="1" rIns="139850" wrap="square" tIns="13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78775" y="3069236"/>
            <a:ext cx="4247400" cy="3689400"/>
          </a:xfrm>
          <a:prstGeom prst="rect">
            <a:avLst/>
          </a:prstGeom>
        </p:spPr>
        <p:txBody>
          <a:bodyPr anchorCtr="0" anchor="b" bIns="139850" lIns="139850" spcFirstLastPara="1" rIns="139850" wrap="square" tIns="139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24"/>
              <a:buNone/>
              <a:defRPr sz="6424"/>
            </a:lvl1pPr>
            <a:lvl2pPr lvl="1" algn="ctr">
              <a:spcBef>
                <a:spcPts val="0"/>
              </a:spcBef>
              <a:spcAft>
                <a:spcPts val="0"/>
              </a:spcAft>
              <a:buSzPts val="6424"/>
              <a:buNone/>
              <a:defRPr sz="6424"/>
            </a:lvl2pPr>
            <a:lvl3pPr lvl="2" algn="ctr">
              <a:spcBef>
                <a:spcPts val="0"/>
              </a:spcBef>
              <a:spcAft>
                <a:spcPts val="0"/>
              </a:spcAft>
              <a:buSzPts val="6424"/>
              <a:buNone/>
              <a:defRPr sz="6424"/>
            </a:lvl3pPr>
            <a:lvl4pPr lvl="3" algn="ctr">
              <a:spcBef>
                <a:spcPts val="0"/>
              </a:spcBef>
              <a:spcAft>
                <a:spcPts val="0"/>
              </a:spcAft>
              <a:buSzPts val="6424"/>
              <a:buNone/>
              <a:defRPr sz="6424"/>
            </a:lvl4pPr>
            <a:lvl5pPr lvl="4" algn="ctr">
              <a:spcBef>
                <a:spcPts val="0"/>
              </a:spcBef>
              <a:spcAft>
                <a:spcPts val="0"/>
              </a:spcAft>
              <a:buSzPts val="6424"/>
              <a:buNone/>
              <a:defRPr sz="6424"/>
            </a:lvl5pPr>
            <a:lvl6pPr lvl="5" algn="ctr">
              <a:spcBef>
                <a:spcPts val="0"/>
              </a:spcBef>
              <a:spcAft>
                <a:spcPts val="0"/>
              </a:spcAft>
              <a:buSzPts val="6424"/>
              <a:buNone/>
              <a:defRPr sz="6424"/>
            </a:lvl6pPr>
            <a:lvl7pPr lvl="6" algn="ctr">
              <a:spcBef>
                <a:spcPts val="0"/>
              </a:spcBef>
              <a:spcAft>
                <a:spcPts val="0"/>
              </a:spcAft>
              <a:buSzPts val="6424"/>
              <a:buNone/>
              <a:defRPr sz="6424"/>
            </a:lvl7pPr>
            <a:lvl8pPr lvl="7" algn="ctr">
              <a:spcBef>
                <a:spcPts val="0"/>
              </a:spcBef>
              <a:spcAft>
                <a:spcPts val="0"/>
              </a:spcAft>
              <a:buSzPts val="6424"/>
              <a:buNone/>
              <a:defRPr sz="6424"/>
            </a:lvl8pPr>
            <a:lvl9pPr lvl="8" algn="ctr">
              <a:spcBef>
                <a:spcPts val="0"/>
              </a:spcBef>
              <a:spcAft>
                <a:spcPts val="0"/>
              </a:spcAft>
              <a:buSzPts val="6424"/>
              <a:buNone/>
              <a:defRPr sz="6424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78775" y="6976542"/>
            <a:ext cx="4247400" cy="30741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12"/>
              <a:buNone/>
              <a:defRPr sz="3212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12"/>
              <a:buNone/>
              <a:defRPr sz="3212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12"/>
              <a:buNone/>
              <a:defRPr sz="3212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12"/>
              <a:buNone/>
              <a:defRPr sz="3212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12"/>
              <a:buNone/>
              <a:defRPr sz="3212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12"/>
              <a:buNone/>
              <a:defRPr sz="3212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12"/>
              <a:buNone/>
              <a:defRPr sz="3212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12"/>
              <a:buNone/>
              <a:defRPr sz="3212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12"/>
              <a:buNone/>
              <a:defRPr sz="3212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5186475" y="1802142"/>
            <a:ext cx="4029000" cy="9196800"/>
          </a:xfrm>
          <a:prstGeom prst="rect">
            <a:avLst/>
          </a:prstGeom>
        </p:spPr>
        <p:txBody>
          <a:bodyPr anchorCtr="0" anchor="ctr" bIns="139850" lIns="139850" spcFirstLastPara="1" rIns="139850" wrap="square" tIns="139850">
            <a:normAutofit/>
          </a:bodyPr>
          <a:lstStyle>
            <a:lvl1pPr indent="-403436" lvl="0" marL="457200">
              <a:spcBef>
                <a:spcPts val="0"/>
              </a:spcBef>
              <a:spcAft>
                <a:spcPts val="0"/>
              </a:spcAft>
              <a:buSzPts val="2753"/>
              <a:buChar char="●"/>
              <a:defRPr sz="2753"/>
            </a:lvl1pPr>
            <a:lvl2pPr indent="-364584" lvl="1" marL="914400">
              <a:spcBef>
                <a:spcPts val="0"/>
              </a:spcBef>
              <a:spcAft>
                <a:spcPts val="0"/>
              </a:spcAft>
              <a:buSzPts val="2141"/>
              <a:buChar char="○"/>
              <a:defRPr sz="2141"/>
            </a:lvl2pPr>
            <a:lvl3pPr indent="-364583" lvl="2" marL="1371600">
              <a:spcBef>
                <a:spcPts val="0"/>
              </a:spcBef>
              <a:spcAft>
                <a:spcPts val="0"/>
              </a:spcAft>
              <a:buSzPts val="2141"/>
              <a:buChar char="■"/>
              <a:defRPr sz="2141"/>
            </a:lvl3pPr>
            <a:lvl4pPr indent="-364583" lvl="3" marL="1828800">
              <a:spcBef>
                <a:spcPts val="0"/>
              </a:spcBef>
              <a:spcAft>
                <a:spcPts val="0"/>
              </a:spcAft>
              <a:buSzPts val="2141"/>
              <a:buChar char="●"/>
              <a:defRPr sz="2141"/>
            </a:lvl4pPr>
            <a:lvl5pPr indent="-364583" lvl="4" marL="2286000">
              <a:spcBef>
                <a:spcPts val="0"/>
              </a:spcBef>
              <a:spcAft>
                <a:spcPts val="0"/>
              </a:spcAft>
              <a:buSzPts val="2141"/>
              <a:buChar char="○"/>
              <a:defRPr sz="2141"/>
            </a:lvl5pPr>
            <a:lvl6pPr indent="-364583" lvl="5" marL="2743200">
              <a:spcBef>
                <a:spcPts val="0"/>
              </a:spcBef>
              <a:spcAft>
                <a:spcPts val="0"/>
              </a:spcAft>
              <a:buSzPts val="2141"/>
              <a:buChar char="■"/>
              <a:defRPr sz="2141"/>
            </a:lvl6pPr>
            <a:lvl7pPr indent="-364583" lvl="6" marL="3200400">
              <a:spcBef>
                <a:spcPts val="0"/>
              </a:spcBef>
              <a:spcAft>
                <a:spcPts val="0"/>
              </a:spcAft>
              <a:buSzPts val="2141"/>
              <a:buChar char="●"/>
              <a:defRPr sz="2141"/>
            </a:lvl7pPr>
            <a:lvl8pPr indent="-364583" lvl="7" marL="3657600">
              <a:spcBef>
                <a:spcPts val="0"/>
              </a:spcBef>
              <a:spcAft>
                <a:spcPts val="0"/>
              </a:spcAft>
              <a:buSzPts val="2141"/>
              <a:buChar char="○"/>
              <a:defRPr sz="2141"/>
            </a:lvl8pPr>
            <a:lvl9pPr indent="-364583" lvl="8" marL="4114800">
              <a:spcBef>
                <a:spcPts val="0"/>
              </a:spcBef>
              <a:spcAft>
                <a:spcPts val="0"/>
              </a:spcAft>
              <a:buSzPts val="2141"/>
              <a:buChar char="■"/>
              <a:defRPr sz="2141"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896081" y="11606228"/>
            <a:ext cx="576000" cy="979500"/>
          </a:xfrm>
          <a:prstGeom prst="rect">
            <a:avLst/>
          </a:prstGeom>
        </p:spPr>
        <p:txBody>
          <a:bodyPr anchorCtr="0" anchor="ctr" bIns="139850" lIns="139850" spcFirstLastPara="1" rIns="139850" wrap="square" tIns="139850">
            <a:normAutofit/>
          </a:bodyPr>
          <a:lstStyle>
            <a:lvl1pPr lvl="0">
              <a:buNone/>
              <a:defRPr sz="1529"/>
            </a:lvl1pPr>
            <a:lvl2pPr lvl="1">
              <a:buNone/>
              <a:defRPr sz="1529"/>
            </a:lvl2pPr>
            <a:lvl3pPr lvl="2">
              <a:buNone/>
              <a:defRPr sz="1529"/>
            </a:lvl3pPr>
            <a:lvl4pPr lvl="3">
              <a:buNone/>
              <a:defRPr sz="1529"/>
            </a:lvl4pPr>
            <a:lvl5pPr lvl="4">
              <a:buNone/>
              <a:defRPr sz="1529"/>
            </a:lvl5pPr>
            <a:lvl6pPr lvl="5">
              <a:buNone/>
              <a:defRPr sz="1529"/>
            </a:lvl6pPr>
            <a:lvl7pPr lvl="6">
              <a:buNone/>
              <a:defRPr sz="1529"/>
            </a:lvl7pPr>
            <a:lvl8pPr lvl="7">
              <a:buNone/>
              <a:defRPr sz="1529"/>
            </a:lvl8pPr>
            <a:lvl9pPr lvl="8">
              <a:buNone/>
              <a:defRPr sz="152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27285" y="10529431"/>
            <a:ext cx="6298800" cy="1506000"/>
          </a:xfrm>
          <a:prstGeom prst="rect">
            <a:avLst/>
          </a:prstGeom>
        </p:spPr>
        <p:txBody>
          <a:bodyPr anchorCtr="0" anchor="ctr" bIns="139850" lIns="139850" spcFirstLastPara="1" rIns="139850" wrap="square" tIns="1398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3"/>
              <a:buNone/>
              <a:defRPr sz="2753"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896081" y="11606228"/>
            <a:ext cx="576000" cy="979500"/>
          </a:xfrm>
          <a:prstGeom prst="rect">
            <a:avLst/>
          </a:prstGeom>
        </p:spPr>
        <p:txBody>
          <a:bodyPr anchorCtr="0" anchor="ctr" bIns="139850" lIns="139850" spcFirstLastPara="1" rIns="139850" wrap="square" tIns="139850">
            <a:normAutofit/>
          </a:bodyPr>
          <a:lstStyle>
            <a:lvl1pPr lvl="0">
              <a:buNone/>
              <a:defRPr sz="1529"/>
            </a:lvl1pPr>
            <a:lvl2pPr lvl="1">
              <a:buNone/>
              <a:defRPr sz="1529"/>
            </a:lvl2pPr>
            <a:lvl3pPr lvl="2">
              <a:buNone/>
              <a:defRPr sz="1529"/>
            </a:lvl3pPr>
            <a:lvl4pPr lvl="3">
              <a:buNone/>
              <a:defRPr sz="1529"/>
            </a:lvl4pPr>
            <a:lvl5pPr lvl="4">
              <a:buNone/>
              <a:defRPr sz="1529"/>
            </a:lvl5pPr>
            <a:lvl6pPr lvl="5">
              <a:buNone/>
              <a:defRPr sz="1529"/>
            </a:lvl6pPr>
            <a:lvl7pPr lvl="6">
              <a:buNone/>
              <a:defRPr sz="1529"/>
            </a:lvl7pPr>
            <a:lvl8pPr lvl="7">
              <a:buNone/>
              <a:defRPr sz="1529"/>
            </a:lvl8pPr>
            <a:lvl9pPr lvl="8">
              <a:buNone/>
              <a:defRPr sz="152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27285" y="2753022"/>
            <a:ext cx="8946600" cy="4887000"/>
          </a:xfrm>
          <a:prstGeom prst="rect">
            <a:avLst/>
          </a:prstGeom>
        </p:spPr>
        <p:txBody>
          <a:bodyPr anchorCtr="0" anchor="b" bIns="139850" lIns="139850" spcFirstLastPara="1" rIns="139850" wrap="square" tIns="139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356"/>
              <a:buNone/>
              <a:defRPr sz="18355"/>
            </a:lvl1pPr>
            <a:lvl2pPr lvl="1" algn="ctr">
              <a:spcBef>
                <a:spcPts val="0"/>
              </a:spcBef>
              <a:spcAft>
                <a:spcPts val="0"/>
              </a:spcAft>
              <a:buSzPts val="18356"/>
              <a:buNone/>
              <a:defRPr sz="18355"/>
            </a:lvl2pPr>
            <a:lvl3pPr lvl="2" algn="ctr">
              <a:spcBef>
                <a:spcPts val="0"/>
              </a:spcBef>
              <a:spcAft>
                <a:spcPts val="0"/>
              </a:spcAft>
              <a:buSzPts val="18356"/>
              <a:buNone/>
              <a:defRPr sz="18355"/>
            </a:lvl3pPr>
            <a:lvl4pPr lvl="3" algn="ctr">
              <a:spcBef>
                <a:spcPts val="0"/>
              </a:spcBef>
              <a:spcAft>
                <a:spcPts val="0"/>
              </a:spcAft>
              <a:buSzPts val="18356"/>
              <a:buNone/>
              <a:defRPr sz="18355"/>
            </a:lvl4pPr>
            <a:lvl5pPr lvl="4" algn="ctr">
              <a:spcBef>
                <a:spcPts val="0"/>
              </a:spcBef>
              <a:spcAft>
                <a:spcPts val="0"/>
              </a:spcAft>
              <a:buSzPts val="18356"/>
              <a:buNone/>
              <a:defRPr sz="18355"/>
            </a:lvl5pPr>
            <a:lvl6pPr lvl="5" algn="ctr">
              <a:spcBef>
                <a:spcPts val="0"/>
              </a:spcBef>
              <a:spcAft>
                <a:spcPts val="0"/>
              </a:spcAft>
              <a:buSzPts val="18356"/>
              <a:buNone/>
              <a:defRPr sz="18355"/>
            </a:lvl6pPr>
            <a:lvl7pPr lvl="6" algn="ctr">
              <a:spcBef>
                <a:spcPts val="0"/>
              </a:spcBef>
              <a:spcAft>
                <a:spcPts val="0"/>
              </a:spcAft>
              <a:buSzPts val="18356"/>
              <a:buNone/>
              <a:defRPr sz="18355"/>
            </a:lvl7pPr>
            <a:lvl8pPr lvl="7" algn="ctr">
              <a:spcBef>
                <a:spcPts val="0"/>
              </a:spcBef>
              <a:spcAft>
                <a:spcPts val="0"/>
              </a:spcAft>
              <a:buSzPts val="18356"/>
              <a:buNone/>
              <a:defRPr sz="18355"/>
            </a:lvl8pPr>
            <a:lvl9pPr lvl="8" algn="ctr">
              <a:spcBef>
                <a:spcPts val="0"/>
              </a:spcBef>
              <a:spcAft>
                <a:spcPts val="0"/>
              </a:spcAft>
              <a:buSzPts val="18356"/>
              <a:buNone/>
              <a:defRPr sz="18355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27285" y="7845538"/>
            <a:ext cx="8946600" cy="32376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rmAutofit/>
          </a:bodyPr>
          <a:lstStyle>
            <a:lvl1pPr indent="-403436" lvl="0" marL="457200" algn="ctr">
              <a:spcBef>
                <a:spcPts val="0"/>
              </a:spcBef>
              <a:spcAft>
                <a:spcPts val="0"/>
              </a:spcAft>
              <a:buSzPts val="2753"/>
              <a:buChar char="●"/>
              <a:defRPr sz="2753"/>
            </a:lvl1pPr>
            <a:lvl2pPr indent="-364584" lvl="1" marL="914400" algn="ctr">
              <a:spcBef>
                <a:spcPts val="0"/>
              </a:spcBef>
              <a:spcAft>
                <a:spcPts val="0"/>
              </a:spcAft>
              <a:buSzPts val="2141"/>
              <a:buChar char="○"/>
              <a:defRPr sz="2141"/>
            </a:lvl2pPr>
            <a:lvl3pPr indent="-364583" lvl="2" marL="1371600" algn="ctr">
              <a:spcBef>
                <a:spcPts val="0"/>
              </a:spcBef>
              <a:spcAft>
                <a:spcPts val="0"/>
              </a:spcAft>
              <a:buSzPts val="2141"/>
              <a:buChar char="■"/>
              <a:defRPr sz="2141"/>
            </a:lvl3pPr>
            <a:lvl4pPr indent="-364583" lvl="3" marL="1828800" algn="ctr">
              <a:spcBef>
                <a:spcPts val="0"/>
              </a:spcBef>
              <a:spcAft>
                <a:spcPts val="0"/>
              </a:spcAft>
              <a:buSzPts val="2141"/>
              <a:buChar char="●"/>
              <a:defRPr sz="2141"/>
            </a:lvl4pPr>
            <a:lvl5pPr indent="-364583" lvl="4" marL="2286000" algn="ctr">
              <a:spcBef>
                <a:spcPts val="0"/>
              </a:spcBef>
              <a:spcAft>
                <a:spcPts val="0"/>
              </a:spcAft>
              <a:buSzPts val="2141"/>
              <a:buChar char="○"/>
              <a:defRPr sz="2141"/>
            </a:lvl5pPr>
            <a:lvl6pPr indent="-364583" lvl="5" marL="2743200" algn="ctr">
              <a:spcBef>
                <a:spcPts val="0"/>
              </a:spcBef>
              <a:spcAft>
                <a:spcPts val="0"/>
              </a:spcAft>
              <a:buSzPts val="2141"/>
              <a:buChar char="■"/>
              <a:defRPr sz="2141"/>
            </a:lvl6pPr>
            <a:lvl7pPr indent="-364583" lvl="6" marL="3200400" algn="ctr">
              <a:spcBef>
                <a:spcPts val="0"/>
              </a:spcBef>
              <a:spcAft>
                <a:spcPts val="0"/>
              </a:spcAft>
              <a:buSzPts val="2141"/>
              <a:buChar char="●"/>
              <a:defRPr sz="2141"/>
            </a:lvl7pPr>
            <a:lvl8pPr indent="-364583" lvl="7" marL="3657600" algn="ctr">
              <a:spcBef>
                <a:spcPts val="0"/>
              </a:spcBef>
              <a:spcAft>
                <a:spcPts val="0"/>
              </a:spcAft>
              <a:buSzPts val="2141"/>
              <a:buChar char="○"/>
              <a:defRPr sz="2141"/>
            </a:lvl8pPr>
            <a:lvl9pPr indent="-364583" lvl="8" marL="4114800" algn="ctr">
              <a:spcBef>
                <a:spcPts val="0"/>
              </a:spcBef>
              <a:spcAft>
                <a:spcPts val="0"/>
              </a:spcAft>
              <a:buSzPts val="2141"/>
              <a:buChar char="■"/>
              <a:defRPr sz="2141"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896081" y="11606228"/>
            <a:ext cx="576000" cy="979500"/>
          </a:xfrm>
          <a:prstGeom prst="rect">
            <a:avLst/>
          </a:prstGeom>
        </p:spPr>
        <p:txBody>
          <a:bodyPr anchorCtr="0" anchor="ctr" bIns="139850" lIns="139850" spcFirstLastPara="1" rIns="139850" wrap="square" tIns="139850">
            <a:normAutofit/>
          </a:bodyPr>
          <a:lstStyle>
            <a:lvl1pPr lvl="0">
              <a:buNone/>
              <a:defRPr sz="1529"/>
            </a:lvl1pPr>
            <a:lvl2pPr lvl="1">
              <a:buNone/>
              <a:defRPr sz="1529"/>
            </a:lvl2pPr>
            <a:lvl3pPr lvl="2">
              <a:buNone/>
              <a:defRPr sz="1529"/>
            </a:lvl3pPr>
            <a:lvl4pPr lvl="3">
              <a:buNone/>
              <a:defRPr sz="1529"/>
            </a:lvl4pPr>
            <a:lvl5pPr lvl="4">
              <a:buNone/>
              <a:defRPr sz="1529"/>
            </a:lvl5pPr>
            <a:lvl6pPr lvl="5">
              <a:buNone/>
              <a:defRPr sz="1529"/>
            </a:lvl6pPr>
            <a:lvl7pPr lvl="6">
              <a:buNone/>
              <a:defRPr sz="1529"/>
            </a:lvl7pPr>
            <a:lvl8pPr lvl="7">
              <a:buNone/>
              <a:defRPr sz="1529"/>
            </a:lvl8pPr>
            <a:lvl9pPr lvl="8">
              <a:buNone/>
              <a:defRPr sz="152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896081" y="11606228"/>
            <a:ext cx="576000" cy="979500"/>
          </a:xfrm>
          <a:prstGeom prst="rect">
            <a:avLst/>
          </a:prstGeom>
        </p:spPr>
        <p:txBody>
          <a:bodyPr anchorCtr="0" anchor="ctr" bIns="139850" lIns="139850" spcFirstLastPara="1" rIns="139850" wrap="square" tIns="139850">
            <a:normAutofit/>
          </a:bodyPr>
          <a:lstStyle>
            <a:lvl1pPr lvl="0">
              <a:buNone/>
              <a:defRPr sz="1529"/>
            </a:lvl1pPr>
            <a:lvl2pPr lvl="1">
              <a:buNone/>
              <a:defRPr sz="1529"/>
            </a:lvl2pPr>
            <a:lvl3pPr lvl="2">
              <a:buNone/>
              <a:defRPr sz="1529"/>
            </a:lvl3pPr>
            <a:lvl4pPr lvl="3">
              <a:buNone/>
              <a:defRPr sz="1529"/>
            </a:lvl4pPr>
            <a:lvl5pPr lvl="4">
              <a:buNone/>
              <a:defRPr sz="1529"/>
            </a:lvl5pPr>
            <a:lvl6pPr lvl="5">
              <a:buNone/>
              <a:defRPr sz="1529"/>
            </a:lvl6pPr>
            <a:lvl7pPr lvl="6">
              <a:buNone/>
              <a:defRPr sz="1529"/>
            </a:lvl7pPr>
            <a:lvl8pPr lvl="7">
              <a:buNone/>
              <a:defRPr sz="1529"/>
            </a:lvl8pPr>
            <a:lvl9pPr lvl="8">
              <a:buNone/>
              <a:defRPr sz="152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27285" y="1107618"/>
            <a:ext cx="8946600" cy="14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139850" lIns="139850" spcFirstLastPara="1" rIns="139850" wrap="square" tIns="139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83"/>
              <a:buNone/>
              <a:defRPr sz="4282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83"/>
              <a:buNone/>
              <a:defRPr sz="4282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83"/>
              <a:buNone/>
              <a:defRPr sz="4282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83"/>
              <a:buNone/>
              <a:defRPr sz="4282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83"/>
              <a:buNone/>
              <a:defRPr sz="4282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83"/>
              <a:buNone/>
              <a:defRPr sz="4282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83"/>
              <a:buNone/>
              <a:defRPr sz="4282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83"/>
              <a:buNone/>
              <a:defRPr sz="4282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83"/>
              <a:buNone/>
              <a:defRPr sz="4282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27285" y="2868382"/>
            <a:ext cx="8946600" cy="85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39850" lIns="139850" spcFirstLastPara="1" rIns="139850" wrap="square" tIns="139850">
            <a:normAutofit/>
          </a:bodyPr>
          <a:lstStyle>
            <a:lvl1pPr indent="-403436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53"/>
              <a:buChar char="●"/>
              <a:defRPr sz="2753">
                <a:solidFill>
                  <a:schemeClr val="dk2"/>
                </a:solidFill>
              </a:defRPr>
            </a:lvl1pPr>
            <a:lvl2pPr indent="-364584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41"/>
              <a:buChar char="○"/>
              <a:defRPr sz="2141">
                <a:solidFill>
                  <a:schemeClr val="dk2"/>
                </a:solidFill>
              </a:defRPr>
            </a:lvl2pPr>
            <a:lvl3pPr indent="-364583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41"/>
              <a:buChar char="■"/>
              <a:defRPr sz="2141">
                <a:solidFill>
                  <a:schemeClr val="dk2"/>
                </a:solidFill>
              </a:defRPr>
            </a:lvl3pPr>
            <a:lvl4pPr indent="-364583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41"/>
              <a:buChar char="●"/>
              <a:defRPr sz="2141">
                <a:solidFill>
                  <a:schemeClr val="dk2"/>
                </a:solidFill>
              </a:defRPr>
            </a:lvl4pPr>
            <a:lvl5pPr indent="-364583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41"/>
              <a:buChar char="○"/>
              <a:defRPr sz="2141">
                <a:solidFill>
                  <a:schemeClr val="dk2"/>
                </a:solidFill>
              </a:defRPr>
            </a:lvl5pPr>
            <a:lvl6pPr indent="-364583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41"/>
              <a:buChar char="■"/>
              <a:defRPr sz="2141">
                <a:solidFill>
                  <a:schemeClr val="dk2"/>
                </a:solidFill>
              </a:defRPr>
            </a:lvl6pPr>
            <a:lvl7pPr indent="-364583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41"/>
              <a:buChar char="●"/>
              <a:defRPr sz="2141">
                <a:solidFill>
                  <a:schemeClr val="dk2"/>
                </a:solidFill>
              </a:defRPr>
            </a:lvl7pPr>
            <a:lvl8pPr indent="-364583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41"/>
              <a:buChar char="○"/>
              <a:defRPr sz="2141">
                <a:solidFill>
                  <a:schemeClr val="dk2"/>
                </a:solidFill>
              </a:defRPr>
            </a:lvl8pPr>
            <a:lvl9pPr indent="-364583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41"/>
              <a:buChar char="■"/>
              <a:defRPr sz="2141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896081" y="11606228"/>
            <a:ext cx="576000" cy="9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9850" lIns="139850" spcFirstLastPara="1" rIns="139850" wrap="square" tIns="139850">
            <a:normAutofit/>
          </a:bodyPr>
          <a:lstStyle>
            <a:lvl1pPr lvl="0" algn="r">
              <a:buNone/>
              <a:defRPr sz="1529">
                <a:solidFill>
                  <a:schemeClr val="dk2"/>
                </a:solidFill>
              </a:defRPr>
            </a:lvl1pPr>
            <a:lvl2pPr lvl="1" algn="r">
              <a:buNone/>
              <a:defRPr sz="1529">
                <a:solidFill>
                  <a:schemeClr val="dk2"/>
                </a:solidFill>
              </a:defRPr>
            </a:lvl2pPr>
            <a:lvl3pPr lvl="2" algn="r">
              <a:buNone/>
              <a:defRPr sz="1529">
                <a:solidFill>
                  <a:schemeClr val="dk2"/>
                </a:solidFill>
              </a:defRPr>
            </a:lvl3pPr>
            <a:lvl4pPr lvl="3" algn="r">
              <a:buNone/>
              <a:defRPr sz="1529">
                <a:solidFill>
                  <a:schemeClr val="dk2"/>
                </a:solidFill>
              </a:defRPr>
            </a:lvl4pPr>
            <a:lvl5pPr lvl="4" algn="r">
              <a:buNone/>
              <a:defRPr sz="1529">
                <a:solidFill>
                  <a:schemeClr val="dk2"/>
                </a:solidFill>
              </a:defRPr>
            </a:lvl5pPr>
            <a:lvl6pPr lvl="5" algn="r">
              <a:buNone/>
              <a:defRPr sz="1529">
                <a:solidFill>
                  <a:schemeClr val="dk2"/>
                </a:solidFill>
              </a:defRPr>
            </a:lvl6pPr>
            <a:lvl7pPr lvl="6" algn="r">
              <a:buNone/>
              <a:defRPr sz="1529">
                <a:solidFill>
                  <a:schemeClr val="dk2"/>
                </a:solidFill>
              </a:defRPr>
            </a:lvl7pPr>
            <a:lvl8pPr lvl="7" algn="r">
              <a:buNone/>
              <a:defRPr sz="1529">
                <a:solidFill>
                  <a:schemeClr val="dk2"/>
                </a:solidFill>
              </a:defRPr>
            </a:lvl8pPr>
            <a:lvl9pPr lvl="8" algn="r">
              <a:buNone/>
              <a:defRPr sz="1529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hyperlink" Target="https://github.com/B-Emidio/ebook-ia-dio" TargetMode="External"/><Relationship Id="rId6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3" title="matrix_cover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601200" cy="1280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-3315425" y="73269"/>
            <a:ext cx="24119286" cy="1280159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>
            <p:ph type="title"/>
          </p:nvPr>
        </p:nvSpPr>
        <p:spPr>
          <a:xfrm>
            <a:off x="327285" y="1107618"/>
            <a:ext cx="8946600" cy="14253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1240775" y="1107625"/>
            <a:ext cx="7119600" cy="130200"/>
          </a:xfrm>
          <a:prstGeom prst="rect">
            <a:avLst/>
          </a:prstGeom>
          <a:gradFill>
            <a:gsLst>
              <a:gs pos="0">
                <a:srgbClr val="00FF41"/>
              </a:gs>
              <a:gs pos="100000">
                <a:srgbClr val="009A22"/>
              </a:gs>
            </a:gsLst>
            <a:lin ang="10800025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pic>
        <p:nvPicPr>
          <p:cNvPr id="63" name="Google Shape;63;p14" title="printed-circuit-connections-svgrepo-co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2100" y="0"/>
            <a:ext cx="1440000" cy="1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>
            <p:ph idx="4294967295" type="ctrTitle"/>
          </p:nvPr>
        </p:nvSpPr>
        <p:spPr>
          <a:xfrm>
            <a:off x="1317899" y="73267"/>
            <a:ext cx="6965400" cy="10044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FF41"/>
                </a:solidFill>
                <a:latin typeface="Courier Prime"/>
                <a:ea typeface="Courier Prime"/>
                <a:cs typeface="Courier Prime"/>
                <a:sym typeface="Courier Prime"/>
              </a:rPr>
              <a:t>PADRÕES DE DESIGN</a:t>
            </a:r>
            <a:endParaRPr sz="4800">
              <a:solidFill>
                <a:srgbClr val="00FF41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00FF41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27285" y="2361670"/>
            <a:ext cx="8946600" cy="85029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836"/>
              </a:spcAft>
              <a:buNone/>
            </a:pPr>
            <a:r>
              <a:rPr lang="pt-BR" sz="2400">
                <a:solidFill>
                  <a:srgbClr val="D0D0D0"/>
                </a:solidFill>
                <a:latin typeface="Roboto Mono"/>
                <a:ea typeface="Roboto Mono"/>
                <a:cs typeface="Roboto Mono"/>
                <a:sym typeface="Roboto Mono"/>
              </a:rPr>
              <a:t>Design patterns são soluções reutilizáveis para problemas recorrentes no desenvolvimento de software. Eles não são códigos prontos, mas estruturas conceituais que ajudam a tornar o sistema mais organizado, flexível e fácil de manter. Utilizar padrões acelera o desenvolvimento, reduz erros e facilita a comunicação entre desenvolvedores, porque todos passam a trabalhar com um vocabulário comum.</a:t>
            </a:r>
            <a:endParaRPr sz="2400">
              <a:solidFill>
                <a:srgbClr val="D0D0D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896081" y="11606228"/>
            <a:ext cx="576000" cy="979500"/>
          </a:xfrm>
          <a:prstGeom prst="rect">
            <a:avLst/>
          </a:prstGeom>
        </p:spPr>
        <p:txBody>
          <a:bodyPr anchorCtr="0" anchor="ctr" bIns="139850" lIns="139850" spcFirstLastPara="1" rIns="139850" wrap="square" tIns="139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-3315425" y="73269"/>
            <a:ext cx="24119286" cy="12801599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>
            <p:ph type="title"/>
          </p:nvPr>
        </p:nvSpPr>
        <p:spPr>
          <a:xfrm>
            <a:off x="327285" y="1107618"/>
            <a:ext cx="8946600" cy="14253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3000600" y="1872000"/>
            <a:ext cx="3599999" cy="273599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54750">
                  <a:solidFill>
                    <a:srgbClr val="00FF4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Courier Prime"/>
              </a:rPr>
              <a:t>01</a:t>
            </a:r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27285" y="2818132"/>
            <a:ext cx="8946600" cy="8502900"/>
          </a:xfrm>
          <a:prstGeom prst="rect">
            <a:avLst/>
          </a:prstGeom>
        </p:spPr>
        <p:txBody>
          <a:bodyPr anchorCtr="0" anchor="ctr" bIns="139850" lIns="139850" spcFirstLastPara="1" rIns="139850" wrap="square" tIns="139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836"/>
              </a:spcAft>
              <a:buNone/>
            </a:pPr>
            <a:r>
              <a:rPr lang="pt-BR" sz="6400">
                <a:solidFill>
                  <a:srgbClr val="D0D0D0"/>
                </a:solidFill>
                <a:latin typeface="Courier Prime"/>
                <a:ea typeface="Courier Prime"/>
                <a:cs typeface="Courier Prime"/>
                <a:sym typeface="Courier Prime"/>
              </a:rPr>
              <a:t>PADRÕES CRIACIONAIS</a:t>
            </a:r>
            <a:endParaRPr sz="6400">
              <a:solidFill>
                <a:srgbClr val="D0D0D0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75" name="Google Shape;75;p15"/>
          <p:cNvSpPr txBox="1"/>
          <p:nvPr>
            <p:ph idx="4294967295" type="subTitle"/>
          </p:nvPr>
        </p:nvSpPr>
        <p:spPr>
          <a:xfrm>
            <a:off x="327310" y="8575197"/>
            <a:ext cx="8946600" cy="19728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836"/>
              </a:spcAft>
              <a:buNone/>
            </a:pPr>
            <a:r>
              <a:rPr lang="pt-BR" sz="2400">
                <a:solidFill>
                  <a:srgbClr val="D0D0D0"/>
                </a:solidFill>
                <a:latin typeface="Cascadia Code"/>
                <a:ea typeface="Cascadia Code"/>
                <a:cs typeface="Cascadia Code"/>
                <a:sym typeface="Cascadia Code"/>
              </a:rPr>
              <a:t>Os padrões criacionais lidam com como objetos são criados, ajudando a tornar o código mais flexível, modular e desacoplado</a:t>
            </a:r>
            <a:endParaRPr sz="2400">
              <a:solidFill>
                <a:srgbClr val="D0D0D0"/>
              </a:solidFill>
              <a:latin typeface="Cascadia Code"/>
              <a:ea typeface="Cascadia Code"/>
              <a:cs typeface="Cascadia Code"/>
              <a:sym typeface="Cascadia Code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526025" y="8042000"/>
            <a:ext cx="8549100" cy="130200"/>
          </a:xfrm>
          <a:prstGeom prst="rect">
            <a:avLst/>
          </a:prstGeom>
          <a:gradFill>
            <a:gsLst>
              <a:gs pos="0">
                <a:srgbClr val="00FF41"/>
              </a:gs>
              <a:gs pos="100000">
                <a:srgbClr val="009A22"/>
              </a:gs>
            </a:gsLst>
            <a:lin ang="10800025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8896081" y="11606228"/>
            <a:ext cx="576000" cy="979500"/>
          </a:xfrm>
          <a:prstGeom prst="rect">
            <a:avLst/>
          </a:prstGeom>
        </p:spPr>
        <p:txBody>
          <a:bodyPr anchorCtr="0" anchor="ctr" bIns="139850" lIns="139850" spcFirstLastPara="1" rIns="139850" wrap="square" tIns="139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6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-3315425" y="73269"/>
            <a:ext cx="24119286" cy="12801599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>
            <p:ph type="title"/>
          </p:nvPr>
        </p:nvSpPr>
        <p:spPr>
          <a:xfrm>
            <a:off x="327285" y="1107618"/>
            <a:ext cx="8946600" cy="14253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1240775" y="1107625"/>
            <a:ext cx="7119600" cy="130200"/>
          </a:xfrm>
          <a:prstGeom prst="rect">
            <a:avLst/>
          </a:prstGeom>
          <a:gradFill>
            <a:gsLst>
              <a:gs pos="0">
                <a:srgbClr val="00FF41"/>
              </a:gs>
              <a:gs pos="100000">
                <a:srgbClr val="009A22"/>
              </a:gs>
            </a:gsLst>
            <a:lin ang="10800025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pic>
        <p:nvPicPr>
          <p:cNvPr id="85" name="Google Shape;85;p16" title="printed-circuit-connections-svgrepo-co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2125" y="0"/>
            <a:ext cx="1440000" cy="1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>
            <p:ph idx="4294967295" type="ctrTitle"/>
          </p:nvPr>
        </p:nvSpPr>
        <p:spPr>
          <a:xfrm>
            <a:off x="1317899" y="73267"/>
            <a:ext cx="6965400" cy="10044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FF41"/>
                </a:solidFill>
                <a:latin typeface="Courier Prime"/>
                <a:ea typeface="Courier Prime"/>
                <a:cs typeface="Courier Prime"/>
                <a:sym typeface="Courier Prime"/>
              </a:rPr>
              <a:t>SINGLETON</a:t>
            </a:r>
            <a:endParaRPr sz="4800">
              <a:solidFill>
                <a:srgbClr val="00FF41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00FF41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27310" y="2361657"/>
            <a:ext cx="8946600" cy="85029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836"/>
              </a:spcAft>
              <a:buNone/>
            </a:pPr>
            <a:r>
              <a:rPr lang="pt-BR" sz="2400">
                <a:solidFill>
                  <a:srgbClr val="D0D0D0"/>
                </a:solidFill>
                <a:latin typeface="Roboto Mono"/>
                <a:ea typeface="Roboto Mono"/>
                <a:cs typeface="Roboto Mono"/>
                <a:sym typeface="Roboto Mono"/>
              </a:rPr>
              <a:t>O padrão Singleton garante que uma classe tenha apenas uma instância durante toda a execução da aplicação e fornece um ponto global de acesso a ela. Ele é útil quando um recurso deve ser compartilhado, como configurações globais ou conexões controladas.</a:t>
            </a:r>
            <a:endParaRPr sz="2400">
              <a:solidFill>
                <a:srgbClr val="D0D0D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0988" y="4719513"/>
            <a:ext cx="9039224" cy="604097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896081" y="11606228"/>
            <a:ext cx="576000" cy="979500"/>
          </a:xfrm>
          <a:prstGeom prst="rect">
            <a:avLst/>
          </a:prstGeom>
        </p:spPr>
        <p:txBody>
          <a:bodyPr anchorCtr="0" anchor="ctr" bIns="139850" lIns="139850" spcFirstLastPara="1" rIns="139850" wrap="square" tIns="139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-3315425" y="73269"/>
            <a:ext cx="24119286" cy="1280159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 txBox="1"/>
          <p:nvPr>
            <p:ph type="title"/>
          </p:nvPr>
        </p:nvSpPr>
        <p:spPr>
          <a:xfrm>
            <a:off x="327285" y="1107618"/>
            <a:ext cx="8946600" cy="14253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7" title="printed-circuit-connections-svgrepo-co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2125" y="0"/>
            <a:ext cx="1440000" cy="1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/>
          <p:nvPr>
            <p:ph idx="4294967295" type="ctrTitle"/>
          </p:nvPr>
        </p:nvSpPr>
        <p:spPr>
          <a:xfrm>
            <a:off x="1317874" y="73267"/>
            <a:ext cx="6965400" cy="10044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FF41"/>
                </a:solidFill>
                <a:latin typeface="Courier Prime"/>
                <a:ea typeface="Courier Prime"/>
                <a:cs typeface="Courier Prime"/>
                <a:sym typeface="Courier Prime"/>
              </a:rPr>
              <a:t>FACTORY METHOD</a:t>
            </a:r>
            <a:endParaRPr sz="4800">
              <a:solidFill>
                <a:srgbClr val="00FF41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00FF41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327285" y="2361670"/>
            <a:ext cx="8946600" cy="85029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836"/>
              </a:spcAft>
              <a:buNone/>
            </a:pPr>
            <a:r>
              <a:rPr lang="pt-BR" sz="2400">
                <a:solidFill>
                  <a:srgbClr val="D0D0D0"/>
                </a:solidFill>
                <a:latin typeface="Roboto Mono"/>
                <a:ea typeface="Roboto Mono"/>
                <a:cs typeface="Roboto Mono"/>
                <a:sym typeface="Roboto Mono"/>
              </a:rPr>
              <a:t>O Factory Method delega a criação de objetos para subclasses, permitindo que cada tipo concreto defina sua própria forma de criação. É usado quando o código precisa trabalhar com objetos sem conhecer seus tipos exatos.</a:t>
            </a:r>
            <a:endParaRPr sz="2400">
              <a:solidFill>
                <a:srgbClr val="D0D0D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99" name="Google Shape;9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25" y="4531717"/>
            <a:ext cx="9601200" cy="641656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7"/>
          <p:cNvSpPr txBox="1"/>
          <p:nvPr>
            <p:ph idx="12" type="sldNum"/>
          </p:nvPr>
        </p:nvSpPr>
        <p:spPr>
          <a:xfrm>
            <a:off x="8896081" y="11606228"/>
            <a:ext cx="576000" cy="979500"/>
          </a:xfrm>
          <a:prstGeom prst="rect">
            <a:avLst/>
          </a:prstGeom>
        </p:spPr>
        <p:txBody>
          <a:bodyPr anchorCtr="0" anchor="ctr" bIns="139850" lIns="139850" spcFirstLastPara="1" rIns="139850" wrap="square" tIns="139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1" name="Google Shape;101;p17"/>
          <p:cNvSpPr/>
          <p:nvPr/>
        </p:nvSpPr>
        <p:spPr>
          <a:xfrm>
            <a:off x="1240775" y="1107625"/>
            <a:ext cx="7119600" cy="130200"/>
          </a:xfrm>
          <a:prstGeom prst="rect">
            <a:avLst/>
          </a:prstGeom>
          <a:gradFill>
            <a:gsLst>
              <a:gs pos="0">
                <a:srgbClr val="00FF41"/>
              </a:gs>
              <a:gs pos="100000">
                <a:srgbClr val="009A22"/>
              </a:gs>
            </a:gsLst>
            <a:lin ang="10800025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8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-3315425" y="73269"/>
            <a:ext cx="24119286" cy="1280159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>
            <p:ph type="title"/>
          </p:nvPr>
        </p:nvSpPr>
        <p:spPr>
          <a:xfrm>
            <a:off x="327285" y="1107618"/>
            <a:ext cx="8946600" cy="14253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8"/>
          <p:cNvSpPr/>
          <p:nvPr/>
        </p:nvSpPr>
        <p:spPr>
          <a:xfrm>
            <a:off x="1240800" y="1107625"/>
            <a:ext cx="7119600" cy="130200"/>
          </a:xfrm>
          <a:prstGeom prst="rect">
            <a:avLst/>
          </a:prstGeom>
          <a:gradFill>
            <a:gsLst>
              <a:gs pos="0">
                <a:srgbClr val="00FF41"/>
              </a:gs>
              <a:gs pos="100000">
                <a:srgbClr val="009A22"/>
              </a:gs>
            </a:gsLst>
            <a:lin ang="10800025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pic>
        <p:nvPicPr>
          <p:cNvPr id="109" name="Google Shape;109;p18" title="printed-circuit-connections-svgrepo-co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2100" y="0"/>
            <a:ext cx="1440000" cy="1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 txBox="1"/>
          <p:nvPr>
            <p:ph idx="4294967295" type="ctrTitle"/>
          </p:nvPr>
        </p:nvSpPr>
        <p:spPr>
          <a:xfrm>
            <a:off x="1317899" y="73267"/>
            <a:ext cx="6965400" cy="10044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FF41"/>
                </a:solidFill>
                <a:latin typeface="Courier Prime"/>
                <a:ea typeface="Courier Prime"/>
                <a:cs typeface="Courier Prime"/>
                <a:sym typeface="Courier Prime"/>
              </a:rPr>
              <a:t>ABSTRACT FACTORY</a:t>
            </a:r>
            <a:endParaRPr sz="4800">
              <a:solidFill>
                <a:srgbClr val="00FF41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00FF41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327285" y="2361657"/>
            <a:ext cx="8946600" cy="85029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836"/>
              </a:spcAft>
              <a:buNone/>
            </a:pPr>
            <a:r>
              <a:rPr lang="pt-BR" sz="2400">
                <a:solidFill>
                  <a:srgbClr val="D0D0D0"/>
                </a:solidFill>
                <a:latin typeface="Roboto Mono"/>
                <a:ea typeface="Roboto Mono"/>
                <a:cs typeface="Roboto Mono"/>
                <a:sym typeface="Roboto Mono"/>
              </a:rPr>
              <a:t>O Abstract Factory cria famílias de objetos relacionados sem expor suas implementações concretas. É ideal para sistemas que precisam trocar facilmente de contexto ou tema.</a:t>
            </a:r>
            <a:endParaRPr sz="2400">
              <a:solidFill>
                <a:srgbClr val="D0D0D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12" name="Google Shape;11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531717"/>
            <a:ext cx="9601200" cy="641656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8"/>
          <p:cNvSpPr txBox="1"/>
          <p:nvPr>
            <p:ph idx="12" type="sldNum"/>
          </p:nvPr>
        </p:nvSpPr>
        <p:spPr>
          <a:xfrm>
            <a:off x="8896081" y="11606228"/>
            <a:ext cx="576000" cy="979500"/>
          </a:xfrm>
          <a:prstGeom prst="rect">
            <a:avLst/>
          </a:prstGeom>
        </p:spPr>
        <p:txBody>
          <a:bodyPr anchorCtr="0" anchor="ctr" bIns="139850" lIns="139850" spcFirstLastPara="1" rIns="139850" wrap="square" tIns="139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9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-3315425" y="73269"/>
            <a:ext cx="24119286" cy="12801599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9"/>
          <p:cNvSpPr txBox="1"/>
          <p:nvPr>
            <p:ph type="title"/>
          </p:nvPr>
        </p:nvSpPr>
        <p:spPr>
          <a:xfrm>
            <a:off x="327285" y="1107618"/>
            <a:ext cx="8946600" cy="14253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9"/>
          <p:cNvSpPr/>
          <p:nvPr/>
        </p:nvSpPr>
        <p:spPr>
          <a:xfrm>
            <a:off x="3000600" y="1872000"/>
            <a:ext cx="3550295" cy="272692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54750">
                  <a:solidFill>
                    <a:srgbClr val="00FF4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Courier Prime"/>
              </a:rPr>
              <a:t>02</a:t>
            </a:r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327285" y="2818132"/>
            <a:ext cx="8946600" cy="8502900"/>
          </a:xfrm>
          <a:prstGeom prst="rect">
            <a:avLst/>
          </a:prstGeom>
        </p:spPr>
        <p:txBody>
          <a:bodyPr anchorCtr="0" anchor="ctr" bIns="139850" lIns="139850" spcFirstLastPara="1" rIns="139850" wrap="square" tIns="139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836"/>
              </a:spcAft>
              <a:buNone/>
            </a:pPr>
            <a:r>
              <a:rPr lang="pt-BR" sz="6400">
                <a:solidFill>
                  <a:srgbClr val="D0D0D0"/>
                </a:solidFill>
                <a:latin typeface="Courier Prime"/>
                <a:ea typeface="Courier Prime"/>
                <a:cs typeface="Courier Prime"/>
                <a:sym typeface="Courier Prime"/>
              </a:rPr>
              <a:t>PADRÕES ESTRUTURAIS</a:t>
            </a:r>
            <a:endParaRPr sz="6400">
              <a:solidFill>
                <a:srgbClr val="D0D0D0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122" name="Google Shape;122;p19"/>
          <p:cNvSpPr txBox="1"/>
          <p:nvPr>
            <p:ph idx="4294967295" type="subTitle"/>
          </p:nvPr>
        </p:nvSpPr>
        <p:spPr>
          <a:xfrm>
            <a:off x="302460" y="8575197"/>
            <a:ext cx="8946600" cy="19728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836"/>
              </a:spcAft>
              <a:buNone/>
            </a:pPr>
            <a:r>
              <a:rPr lang="pt-BR" sz="2400">
                <a:solidFill>
                  <a:srgbClr val="D0D0D0"/>
                </a:solidFill>
                <a:latin typeface="Cascadia Code"/>
                <a:ea typeface="Cascadia Code"/>
                <a:cs typeface="Cascadia Code"/>
                <a:sym typeface="Cascadia Code"/>
              </a:rPr>
              <a:t>Os padrões estruturais explicam como classes e objetos podem ser combinados para formar estruturas mais eficientes e flexíveis.</a:t>
            </a:r>
            <a:endParaRPr sz="2400">
              <a:solidFill>
                <a:srgbClr val="D0D0D0"/>
              </a:solidFill>
              <a:latin typeface="Cascadia Code"/>
              <a:ea typeface="Cascadia Code"/>
              <a:cs typeface="Cascadia Code"/>
              <a:sym typeface="Cascadia Code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526050" y="8037475"/>
            <a:ext cx="8549100" cy="130200"/>
          </a:xfrm>
          <a:prstGeom prst="rect">
            <a:avLst/>
          </a:prstGeom>
          <a:gradFill>
            <a:gsLst>
              <a:gs pos="0">
                <a:srgbClr val="00FF41"/>
              </a:gs>
              <a:gs pos="100000">
                <a:srgbClr val="009A22"/>
              </a:gs>
            </a:gsLst>
            <a:lin ang="10800025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sp>
        <p:nvSpPr>
          <p:cNvPr id="124" name="Google Shape;124;p19"/>
          <p:cNvSpPr txBox="1"/>
          <p:nvPr>
            <p:ph idx="12" type="sldNum"/>
          </p:nvPr>
        </p:nvSpPr>
        <p:spPr>
          <a:xfrm>
            <a:off x="8896081" y="11606228"/>
            <a:ext cx="576000" cy="979500"/>
          </a:xfrm>
          <a:prstGeom prst="rect">
            <a:avLst/>
          </a:prstGeom>
        </p:spPr>
        <p:txBody>
          <a:bodyPr anchorCtr="0" anchor="ctr" bIns="139850" lIns="139850" spcFirstLastPara="1" rIns="139850" wrap="square" tIns="139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0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-3315425" y="73269"/>
            <a:ext cx="24119286" cy="12801599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 txBox="1"/>
          <p:nvPr>
            <p:ph type="title"/>
          </p:nvPr>
        </p:nvSpPr>
        <p:spPr>
          <a:xfrm>
            <a:off x="327285" y="1107618"/>
            <a:ext cx="8946600" cy="14253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0"/>
          <p:cNvSpPr/>
          <p:nvPr/>
        </p:nvSpPr>
        <p:spPr>
          <a:xfrm>
            <a:off x="1240800" y="1107625"/>
            <a:ext cx="7119600" cy="130200"/>
          </a:xfrm>
          <a:prstGeom prst="rect">
            <a:avLst/>
          </a:prstGeom>
          <a:gradFill>
            <a:gsLst>
              <a:gs pos="0">
                <a:srgbClr val="00FF41"/>
              </a:gs>
              <a:gs pos="100000">
                <a:srgbClr val="009A22"/>
              </a:gs>
            </a:gsLst>
            <a:lin ang="10800025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pic>
        <p:nvPicPr>
          <p:cNvPr id="132" name="Google Shape;132;p20" title="printed-circuit-connections-svgrepo-co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2125" y="0"/>
            <a:ext cx="1440000" cy="1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0"/>
          <p:cNvSpPr txBox="1"/>
          <p:nvPr>
            <p:ph idx="4294967295" type="ctrTitle"/>
          </p:nvPr>
        </p:nvSpPr>
        <p:spPr>
          <a:xfrm>
            <a:off x="1317874" y="73267"/>
            <a:ext cx="6965400" cy="10044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FF41"/>
                </a:solidFill>
                <a:latin typeface="Courier Prime"/>
                <a:ea typeface="Courier Prime"/>
                <a:cs typeface="Courier Prime"/>
                <a:sym typeface="Courier Prime"/>
              </a:rPr>
              <a:t>ADAPTER</a:t>
            </a:r>
            <a:endParaRPr sz="4800">
              <a:solidFill>
                <a:srgbClr val="00FF41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00FF41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327285" y="2361657"/>
            <a:ext cx="8946600" cy="85029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836"/>
              </a:spcAft>
              <a:buNone/>
            </a:pPr>
            <a:r>
              <a:rPr lang="pt-BR" sz="2400">
                <a:solidFill>
                  <a:srgbClr val="D0D0D0"/>
                </a:solidFill>
                <a:latin typeface="Roboto Mono"/>
                <a:ea typeface="Roboto Mono"/>
                <a:cs typeface="Roboto Mono"/>
                <a:sym typeface="Roboto Mono"/>
              </a:rPr>
              <a:t>O Adapter converte a interface de um objeto em outra esperada pelo cliente, permitindo integrar classes incompatíveis sem modificar seu código.</a:t>
            </a:r>
            <a:endParaRPr sz="2400">
              <a:solidFill>
                <a:srgbClr val="D0D0D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5475" y="4676286"/>
            <a:ext cx="7410200" cy="612742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 txBox="1"/>
          <p:nvPr>
            <p:ph idx="12" type="sldNum"/>
          </p:nvPr>
        </p:nvSpPr>
        <p:spPr>
          <a:xfrm>
            <a:off x="8896081" y="11606228"/>
            <a:ext cx="576000" cy="979500"/>
          </a:xfrm>
          <a:prstGeom prst="rect">
            <a:avLst/>
          </a:prstGeom>
        </p:spPr>
        <p:txBody>
          <a:bodyPr anchorCtr="0" anchor="ctr" bIns="139850" lIns="139850" spcFirstLastPara="1" rIns="139850" wrap="square" tIns="139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1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-3315425" y="73269"/>
            <a:ext cx="24119286" cy="1280159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1"/>
          <p:cNvSpPr txBox="1"/>
          <p:nvPr>
            <p:ph type="title"/>
          </p:nvPr>
        </p:nvSpPr>
        <p:spPr>
          <a:xfrm>
            <a:off x="327285" y="1107618"/>
            <a:ext cx="8946600" cy="14253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1"/>
          <p:cNvSpPr/>
          <p:nvPr/>
        </p:nvSpPr>
        <p:spPr>
          <a:xfrm>
            <a:off x="1240800" y="1107625"/>
            <a:ext cx="7119600" cy="130200"/>
          </a:xfrm>
          <a:prstGeom prst="rect">
            <a:avLst/>
          </a:prstGeom>
          <a:gradFill>
            <a:gsLst>
              <a:gs pos="0">
                <a:srgbClr val="00FF41"/>
              </a:gs>
              <a:gs pos="100000">
                <a:srgbClr val="009A22"/>
              </a:gs>
            </a:gsLst>
            <a:lin ang="10800025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pic>
        <p:nvPicPr>
          <p:cNvPr id="144" name="Google Shape;144;p21" title="printed-circuit-connections-svgrepo-co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2125" y="0"/>
            <a:ext cx="1440000" cy="1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1"/>
          <p:cNvSpPr txBox="1"/>
          <p:nvPr>
            <p:ph idx="4294967295" type="ctrTitle"/>
          </p:nvPr>
        </p:nvSpPr>
        <p:spPr>
          <a:xfrm>
            <a:off x="1317874" y="73267"/>
            <a:ext cx="6965400" cy="10044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FF41"/>
                </a:solidFill>
                <a:latin typeface="Courier Prime"/>
                <a:ea typeface="Courier Prime"/>
                <a:cs typeface="Courier Prime"/>
                <a:sym typeface="Courier Prime"/>
              </a:rPr>
              <a:t>DECORATOR</a:t>
            </a:r>
            <a:endParaRPr sz="4800">
              <a:solidFill>
                <a:srgbClr val="00FF41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00FF41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146" name="Google Shape;146;p21"/>
          <p:cNvSpPr txBox="1"/>
          <p:nvPr>
            <p:ph idx="1" type="body"/>
          </p:nvPr>
        </p:nvSpPr>
        <p:spPr>
          <a:xfrm>
            <a:off x="327285" y="2361670"/>
            <a:ext cx="8946600" cy="85029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836"/>
              </a:spcAft>
              <a:buNone/>
            </a:pPr>
            <a:r>
              <a:rPr lang="pt-BR" sz="2400">
                <a:solidFill>
                  <a:srgbClr val="D0D0D0"/>
                </a:solidFill>
                <a:latin typeface="Roboto Mono"/>
                <a:ea typeface="Roboto Mono"/>
                <a:cs typeface="Roboto Mono"/>
                <a:sym typeface="Roboto Mono"/>
              </a:rPr>
              <a:t>O Decorator adiciona comportamentos dinamicamente a objetos sem alterar sua classe base, útil para extensões flexíveis.</a:t>
            </a:r>
            <a:endParaRPr sz="2400">
              <a:solidFill>
                <a:srgbClr val="D0D0D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896081" y="11606228"/>
            <a:ext cx="576000" cy="979500"/>
          </a:xfrm>
          <a:prstGeom prst="rect">
            <a:avLst/>
          </a:prstGeom>
        </p:spPr>
        <p:txBody>
          <a:bodyPr anchorCtr="0" anchor="ctr" bIns="139850" lIns="139850" spcFirstLastPara="1" rIns="139850" wrap="square" tIns="139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8" name="Google Shape;14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03563" y="4354904"/>
            <a:ext cx="5594024" cy="677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2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-3315425" y="73269"/>
            <a:ext cx="24119286" cy="12801599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2"/>
          <p:cNvSpPr txBox="1"/>
          <p:nvPr>
            <p:ph type="title"/>
          </p:nvPr>
        </p:nvSpPr>
        <p:spPr>
          <a:xfrm>
            <a:off x="327285" y="1107618"/>
            <a:ext cx="8946600" cy="14253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2"/>
          <p:cNvSpPr/>
          <p:nvPr/>
        </p:nvSpPr>
        <p:spPr>
          <a:xfrm>
            <a:off x="1240800" y="1107625"/>
            <a:ext cx="7119600" cy="130200"/>
          </a:xfrm>
          <a:prstGeom prst="rect">
            <a:avLst/>
          </a:prstGeom>
          <a:gradFill>
            <a:gsLst>
              <a:gs pos="0">
                <a:srgbClr val="00FF41"/>
              </a:gs>
              <a:gs pos="100000">
                <a:srgbClr val="009A22"/>
              </a:gs>
            </a:gsLst>
            <a:lin ang="10800025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pic>
        <p:nvPicPr>
          <p:cNvPr id="156" name="Google Shape;156;p22" title="printed-circuit-connections-svgrepo-co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2100" y="0"/>
            <a:ext cx="1440000" cy="1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2"/>
          <p:cNvSpPr txBox="1"/>
          <p:nvPr>
            <p:ph idx="4294967295" type="ctrTitle"/>
          </p:nvPr>
        </p:nvSpPr>
        <p:spPr>
          <a:xfrm>
            <a:off x="1317899" y="73267"/>
            <a:ext cx="6965400" cy="10044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FF41"/>
                </a:solidFill>
                <a:latin typeface="Courier Prime"/>
                <a:ea typeface="Courier Prime"/>
                <a:cs typeface="Courier Prime"/>
                <a:sym typeface="Courier Prime"/>
              </a:rPr>
              <a:t>FACADE</a:t>
            </a:r>
            <a:endParaRPr sz="4800">
              <a:solidFill>
                <a:srgbClr val="00FF41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00FF41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158" name="Google Shape;158;p22"/>
          <p:cNvSpPr txBox="1"/>
          <p:nvPr>
            <p:ph idx="1" type="body"/>
          </p:nvPr>
        </p:nvSpPr>
        <p:spPr>
          <a:xfrm>
            <a:off x="327285" y="2361670"/>
            <a:ext cx="8946600" cy="85029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836"/>
              </a:spcAft>
              <a:buNone/>
            </a:pPr>
            <a:r>
              <a:rPr lang="pt-BR" sz="2400">
                <a:solidFill>
                  <a:srgbClr val="D0D0D0"/>
                </a:solidFill>
                <a:latin typeface="Roboto Mono"/>
                <a:ea typeface="Roboto Mono"/>
                <a:cs typeface="Roboto Mono"/>
                <a:sym typeface="Roboto Mono"/>
              </a:rPr>
              <a:t>O Facade fornece uma interface simplificada para um conjunto complexo de funcionalidades internas, ideal para reduzir acoplamento.</a:t>
            </a:r>
            <a:endParaRPr sz="2400">
              <a:solidFill>
                <a:srgbClr val="D0D0D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59" name="Google Shape;15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531717"/>
            <a:ext cx="9601200" cy="6416566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2"/>
          <p:cNvSpPr txBox="1"/>
          <p:nvPr>
            <p:ph idx="12" type="sldNum"/>
          </p:nvPr>
        </p:nvSpPr>
        <p:spPr>
          <a:xfrm>
            <a:off x="8896081" y="11606228"/>
            <a:ext cx="576000" cy="979500"/>
          </a:xfrm>
          <a:prstGeom prst="rect">
            <a:avLst/>
          </a:prstGeom>
        </p:spPr>
        <p:txBody>
          <a:bodyPr anchorCtr="0" anchor="ctr" bIns="139850" lIns="139850" spcFirstLastPara="1" rIns="139850" wrap="square" tIns="139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3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-3315425" y="73269"/>
            <a:ext cx="24119286" cy="1280159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3"/>
          <p:cNvSpPr txBox="1"/>
          <p:nvPr>
            <p:ph type="title"/>
          </p:nvPr>
        </p:nvSpPr>
        <p:spPr>
          <a:xfrm>
            <a:off x="327285" y="1107618"/>
            <a:ext cx="8946600" cy="14253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3"/>
          <p:cNvSpPr/>
          <p:nvPr/>
        </p:nvSpPr>
        <p:spPr>
          <a:xfrm>
            <a:off x="3023650" y="1876538"/>
            <a:ext cx="3553845" cy="272692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54750">
                  <a:solidFill>
                    <a:srgbClr val="00FF4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Courier Prime"/>
              </a:rPr>
              <a:t>03</a:t>
            </a:r>
          </a:p>
        </p:txBody>
      </p:sp>
      <p:sp>
        <p:nvSpPr>
          <p:cNvPr id="168" name="Google Shape;168;p23"/>
          <p:cNvSpPr txBox="1"/>
          <p:nvPr>
            <p:ph idx="1" type="body"/>
          </p:nvPr>
        </p:nvSpPr>
        <p:spPr>
          <a:xfrm>
            <a:off x="327285" y="2818132"/>
            <a:ext cx="8946600" cy="8502900"/>
          </a:xfrm>
          <a:prstGeom prst="rect">
            <a:avLst/>
          </a:prstGeom>
        </p:spPr>
        <p:txBody>
          <a:bodyPr anchorCtr="0" anchor="ctr" bIns="139850" lIns="139850" spcFirstLastPara="1" rIns="139850" wrap="square" tIns="139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836"/>
              </a:spcAft>
              <a:buNone/>
            </a:pPr>
            <a:r>
              <a:rPr lang="pt-BR" sz="6400">
                <a:solidFill>
                  <a:srgbClr val="D0D0D0"/>
                </a:solidFill>
                <a:latin typeface="Courier Prime"/>
                <a:ea typeface="Courier Prime"/>
                <a:cs typeface="Courier Prime"/>
                <a:sym typeface="Courier Prime"/>
              </a:rPr>
              <a:t>PADRÕES COMPORTAMENTAIS</a:t>
            </a:r>
            <a:endParaRPr sz="6400">
              <a:solidFill>
                <a:srgbClr val="D0D0D0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169" name="Google Shape;169;p23"/>
          <p:cNvSpPr txBox="1"/>
          <p:nvPr>
            <p:ph idx="4294967295" type="subTitle"/>
          </p:nvPr>
        </p:nvSpPr>
        <p:spPr>
          <a:xfrm>
            <a:off x="327285" y="8575197"/>
            <a:ext cx="8946600" cy="19728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836"/>
              </a:spcAft>
              <a:buNone/>
            </a:pPr>
            <a:r>
              <a:rPr lang="pt-BR" sz="2400">
                <a:solidFill>
                  <a:srgbClr val="D0D0D0"/>
                </a:solidFill>
                <a:latin typeface="Cascadia Code"/>
                <a:ea typeface="Cascadia Code"/>
                <a:cs typeface="Cascadia Code"/>
                <a:sym typeface="Cascadia Code"/>
              </a:rPr>
              <a:t>Os padrões comportamentais focam em como objetos interagem, se comunicam e distribuem responsabilidades.</a:t>
            </a:r>
            <a:endParaRPr sz="2400">
              <a:solidFill>
                <a:srgbClr val="D0D0D0"/>
              </a:solidFill>
              <a:latin typeface="Cascadia Code"/>
              <a:ea typeface="Cascadia Code"/>
              <a:cs typeface="Cascadia Code"/>
              <a:sym typeface="Cascadia Code"/>
            </a:endParaRPr>
          </a:p>
        </p:txBody>
      </p:sp>
      <p:sp>
        <p:nvSpPr>
          <p:cNvPr id="170" name="Google Shape;170;p23"/>
          <p:cNvSpPr/>
          <p:nvPr/>
        </p:nvSpPr>
        <p:spPr>
          <a:xfrm>
            <a:off x="526050" y="8039738"/>
            <a:ext cx="8549100" cy="130200"/>
          </a:xfrm>
          <a:prstGeom prst="rect">
            <a:avLst/>
          </a:prstGeom>
          <a:gradFill>
            <a:gsLst>
              <a:gs pos="0">
                <a:srgbClr val="00FF41"/>
              </a:gs>
              <a:gs pos="100000">
                <a:srgbClr val="009A22"/>
              </a:gs>
            </a:gsLst>
            <a:lin ang="10800025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sp>
        <p:nvSpPr>
          <p:cNvPr id="171" name="Google Shape;171;p23"/>
          <p:cNvSpPr txBox="1"/>
          <p:nvPr>
            <p:ph idx="12" type="sldNum"/>
          </p:nvPr>
        </p:nvSpPr>
        <p:spPr>
          <a:xfrm>
            <a:off x="8896081" y="11606228"/>
            <a:ext cx="576000" cy="979500"/>
          </a:xfrm>
          <a:prstGeom prst="rect">
            <a:avLst/>
          </a:prstGeom>
        </p:spPr>
        <p:txBody>
          <a:bodyPr anchorCtr="0" anchor="ctr" bIns="139850" lIns="139850" spcFirstLastPara="1" rIns="139850" wrap="square" tIns="139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4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-3315425" y="73269"/>
            <a:ext cx="24119286" cy="12801599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4"/>
          <p:cNvSpPr txBox="1"/>
          <p:nvPr>
            <p:ph type="title"/>
          </p:nvPr>
        </p:nvSpPr>
        <p:spPr>
          <a:xfrm>
            <a:off x="327285" y="1107618"/>
            <a:ext cx="8946600" cy="14253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4"/>
          <p:cNvSpPr/>
          <p:nvPr/>
        </p:nvSpPr>
        <p:spPr>
          <a:xfrm>
            <a:off x="1240775" y="1107625"/>
            <a:ext cx="7119600" cy="130200"/>
          </a:xfrm>
          <a:prstGeom prst="rect">
            <a:avLst/>
          </a:prstGeom>
          <a:gradFill>
            <a:gsLst>
              <a:gs pos="0">
                <a:srgbClr val="00FF41"/>
              </a:gs>
              <a:gs pos="100000">
                <a:srgbClr val="009A22"/>
              </a:gs>
            </a:gsLst>
            <a:lin ang="10800025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pic>
        <p:nvPicPr>
          <p:cNvPr id="179" name="Google Shape;179;p24" title="printed-circuit-connections-svgrepo-co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2100" y="0"/>
            <a:ext cx="1440000" cy="1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4"/>
          <p:cNvSpPr txBox="1"/>
          <p:nvPr>
            <p:ph idx="4294967295" type="ctrTitle"/>
          </p:nvPr>
        </p:nvSpPr>
        <p:spPr>
          <a:xfrm>
            <a:off x="1317899" y="73267"/>
            <a:ext cx="6965400" cy="10044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FF41"/>
                </a:solidFill>
                <a:latin typeface="Courier Prime"/>
                <a:ea typeface="Courier Prime"/>
                <a:cs typeface="Courier Prime"/>
                <a:sym typeface="Courier Prime"/>
              </a:rPr>
              <a:t>OBSERVER</a:t>
            </a:r>
            <a:endParaRPr sz="4800">
              <a:solidFill>
                <a:srgbClr val="00FF41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00FF41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181" name="Google Shape;181;p24"/>
          <p:cNvSpPr txBox="1"/>
          <p:nvPr>
            <p:ph idx="1" type="body"/>
          </p:nvPr>
        </p:nvSpPr>
        <p:spPr>
          <a:xfrm>
            <a:off x="327310" y="2361657"/>
            <a:ext cx="8946600" cy="85029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836"/>
              </a:spcAft>
              <a:buNone/>
            </a:pPr>
            <a:r>
              <a:rPr lang="pt-BR" sz="2400">
                <a:solidFill>
                  <a:srgbClr val="D0D0D0"/>
                </a:solidFill>
                <a:latin typeface="Roboto Mono"/>
                <a:ea typeface="Roboto Mono"/>
                <a:cs typeface="Roboto Mono"/>
                <a:sym typeface="Roboto Mono"/>
              </a:rPr>
              <a:t>O Observer notifica automaticamente múltiplos objetos interessados quando ocorre uma mudança no objeto observado. Ele funciona registrando observadores e emitindo notificações.</a:t>
            </a:r>
            <a:endParaRPr sz="2400">
              <a:solidFill>
                <a:srgbClr val="D0D0D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82" name="Google Shape;182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8475" y="5461400"/>
            <a:ext cx="7444250" cy="455717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4"/>
          <p:cNvSpPr txBox="1"/>
          <p:nvPr>
            <p:ph idx="12" type="sldNum"/>
          </p:nvPr>
        </p:nvSpPr>
        <p:spPr>
          <a:xfrm>
            <a:off x="8896081" y="11606228"/>
            <a:ext cx="576000" cy="979500"/>
          </a:xfrm>
          <a:prstGeom prst="rect">
            <a:avLst/>
          </a:prstGeom>
        </p:spPr>
        <p:txBody>
          <a:bodyPr anchorCtr="0" anchor="ctr" bIns="139850" lIns="139850" spcFirstLastPara="1" rIns="139850" wrap="square" tIns="139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5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-3315425" y="73269"/>
            <a:ext cx="24119286" cy="12801599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5"/>
          <p:cNvSpPr txBox="1"/>
          <p:nvPr>
            <p:ph type="title"/>
          </p:nvPr>
        </p:nvSpPr>
        <p:spPr>
          <a:xfrm>
            <a:off x="327285" y="1107618"/>
            <a:ext cx="8946600" cy="14253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5"/>
          <p:cNvSpPr/>
          <p:nvPr/>
        </p:nvSpPr>
        <p:spPr>
          <a:xfrm>
            <a:off x="1240800" y="1107625"/>
            <a:ext cx="7119600" cy="130200"/>
          </a:xfrm>
          <a:prstGeom prst="rect">
            <a:avLst/>
          </a:prstGeom>
          <a:gradFill>
            <a:gsLst>
              <a:gs pos="0">
                <a:srgbClr val="00FF41"/>
              </a:gs>
              <a:gs pos="100000">
                <a:srgbClr val="009A22"/>
              </a:gs>
            </a:gsLst>
            <a:lin ang="10800025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pic>
        <p:nvPicPr>
          <p:cNvPr id="191" name="Google Shape;191;p25" title="printed-circuit-connections-svgrepo-co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2125" y="0"/>
            <a:ext cx="1440000" cy="1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5"/>
          <p:cNvSpPr txBox="1"/>
          <p:nvPr>
            <p:ph idx="4294967295" type="ctrTitle"/>
          </p:nvPr>
        </p:nvSpPr>
        <p:spPr>
          <a:xfrm>
            <a:off x="1317874" y="73267"/>
            <a:ext cx="6965400" cy="10044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FF41"/>
                </a:solidFill>
                <a:latin typeface="Courier Prime"/>
                <a:ea typeface="Courier Prime"/>
                <a:cs typeface="Courier Prime"/>
                <a:sym typeface="Courier Prime"/>
              </a:rPr>
              <a:t>STRATEGY</a:t>
            </a:r>
            <a:endParaRPr sz="4800">
              <a:solidFill>
                <a:srgbClr val="00FF41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00FF41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193" name="Google Shape;193;p25"/>
          <p:cNvSpPr txBox="1"/>
          <p:nvPr>
            <p:ph idx="1" type="body"/>
          </p:nvPr>
        </p:nvSpPr>
        <p:spPr>
          <a:xfrm>
            <a:off x="327285" y="2361657"/>
            <a:ext cx="8946600" cy="85029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836"/>
              </a:spcAft>
              <a:buNone/>
            </a:pPr>
            <a:r>
              <a:rPr lang="pt-BR" sz="2400">
                <a:solidFill>
                  <a:srgbClr val="D0D0D0"/>
                </a:solidFill>
                <a:latin typeface="Roboto Mono"/>
                <a:ea typeface="Roboto Mono"/>
                <a:cs typeface="Roboto Mono"/>
                <a:sym typeface="Roboto Mono"/>
              </a:rPr>
              <a:t>O Strategy permite trocar algoritmos dinamicamente ao extrair o comportamento para classes separadas. Ele funciona recebendo uma estratégia no momento da execução.</a:t>
            </a:r>
            <a:endParaRPr sz="2400">
              <a:solidFill>
                <a:srgbClr val="D0D0D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94" name="Google Shape;194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4850" y="4734275"/>
            <a:ext cx="6011450" cy="601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5"/>
          <p:cNvSpPr txBox="1"/>
          <p:nvPr>
            <p:ph idx="12" type="sldNum"/>
          </p:nvPr>
        </p:nvSpPr>
        <p:spPr>
          <a:xfrm>
            <a:off x="8896081" y="11606228"/>
            <a:ext cx="576000" cy="979500"/>
          </a:xfrm>
          <a:prstGeom prst="rect">
            <a:avLst/>
          </a:prstGeom>
        </p:spPr>
        <p:txBody>
          <a:bodyPr anchorCtr="0" anchor="ctr" bIns="139850" lIns="139850" spcFirstLastPara="1" rIns="139850" wrap="square" tIns="139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6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-3315425" y="73269"/>
            <a:ext cx="24119286" cy="12801599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6"/>
          <p:cNvSpPr txBox="1"/>
          <p:nvPr>
            <p:ph type="title"/>
          </p:nvPr>
        </p:nvSpPr>
        <p:spPr>
          <a:xfrm>
            <a:off x="327285" y="1107618"/>
            <a:ext cx="8946600" cy="14253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6"/>
          <p:cNvSpPr/>
          <p:nvPr/>
        </p:nvSpPr>
        <p:spPr>
          <a:xfrm>
            <a:off x="1240775" y="1107625"/>
            <a:ext cx="7119600" cy="130200"/>
          </a:xfrm>
          <a:prstGeom prst="rect">
            <a:avLst/>
          </a:prstGeom>
          <a:gradFill>
            <a:gsLst>
              <a:gs pos="0">
                <a:srgbClr val="00FF41"/>
              </a:gs>
              <a:gs pos="100000">
                <a:srgbClr val="009A22"/>
              </a:gs>
            </a:gsLst>
            <a:lin ang="10800025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pic>
        <p:nvPicPr>
          <p:cNvPr id="203" name="Google Shape;203;p26" title="printed-circuit-connections-svgrepo-co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2100" y="0"/>
            <a:ext cx="1440000" cy="1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6"/>
          <p:cNvSpPr txBox="1"/>
          <p:nvPr>
            <p:ph idx="4294967295" type="ctrTitle"/>
          </p:nvPr>
        </p:nvSpPr>
        <p:spPr>
          <a:xfrm>
            <a:off x="1317899" y="73267"/>
            <a:ext cx="6965400" cy="10044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FF41"/>
                </a:solidFill>
                <a:latin typeface="Courier Prime"/>
                <a:ea typeface="Courier Prime"/>
                <a:cs typeface="Courier Prime"/>
                <a:sym typeface="Courier Prime"/>
              </a:rPr>
              <a:t>COMMAND</a:t>
            </a:r>
            <a:endParaRPr sz="4800">
              <a:solidFill>
                <a:srgbClr val="00FF41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00FF41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205" name="Google Shape;205;p26"/>
          <p:cNvSpPr txBox="1"/>
          <p:nvPr>
            <p:ph idx="1" type="body"/>
          </p:nvPr>
        </p:nvSpPr>
        <p:spPr>
          <a:xfrm>
            <a:off x="327285" y="2361657"/>
            <a:ext cx="8946600" cy="85029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836"/>
              </a:spcAft>
              <a:buNone/>
            </a:pPr>
            <a:r>
              <a:rPr lang="pt-BR" sz="2400">
                <a:solidFill>
                  <a:srgbClr val="D0D0D0"/>
                </a:solidFill>
                <a:latin typeface="Roboto Mono"/>
                <a:ea typeface="Roboto Mono"/>
                <a:cs typeface="Roboto Mono"/>
                <a:sym typeface="Roboto Mono"/>
              </a:rPr>
              <a:t>O Command encapsula uma ação como um objeto, permitindo desfazer operações e criar filas de comandos reutilizáveis.</a:t>
            </a:r>
            <a:endParaRPr sz="2400">
              <a:solidFill>
                <a:srgbClr val="D0D0D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06" name="Google Shape;206;p26"/>
          <p:cNvSpPr txBox="1"/>
          <p:nvPr>
            <p:ph idx="12" type="sldNum"/>
          </p:nvPr>
        </p:nvSpPr>
        <p:spPr>
          <a:xfrm>
            <a:off x="8896081" y="11606228"/>
            <a:ext cx="576000" cy="979500"/>
          </a:xfrm>
          <a:prstGeom prst="rect">
            <a:avLst/>
          </a:prstGeom>
        </p:spPr>
        <p:txBody>
          <a:bodyPr anchorCtr="0" anchor="ctr" bIns="139850" lIns="139850" spcFirstLastPara="1" rIns="139850" wrap="square" tIns="139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07" name="Google Shape;207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82250" y="4312701"/>
            <a:ext cx="6436650" cy="6854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7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-3315425" y="73269"/>
            <a:ext cx="24119286" cy="1280159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7"/>
          <p:cNvSpPr txBox="1"/>
          <p:nvPr>
            <p:ph type="title"/>
          </p:nvPr>
        </p:nvSpPr>
        <p:spPr>
          <a:xfrm>
            <a:off x="327285" y="1107618"/>
            <a:ext cx="8946600" cy="14253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7"/>
          <p:cNvSpPr txBox="1"/>
          <p:nvPr>
            <p:ph idx="1" type="body"/>
          </p:nvPr>
        </p:nvSpPr>
        <p:spPr>
          <a:xfrm>
            <a:off x="327285" y="3103332"/>
            <a:ext cx="8946600" cy="8502900"/>
          </a:xfrm>
          <a:prstGeom prst="rect">
            <a:avLst/>
          </a:prstGeom>
        </p:spPr>
        <p:txBody>
          <a:bodyPr anchorCtr="0" anchor="ctr" bIns="139850" lIns="139850" spcFirstLastPara="1" rIns="139850" wrap="square" tIns="139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836"/>
              </a:spcAft>
              <a:buNone/>
            </a:pPr>
            <a:r>
              <a:rPr lang="pt-BR" sz="6400">
                <a:solidFill>
                  <a:srgbClr val="D0D0D0"/>
                </a:solidFill>
                <a:latin typeface="Courier Prime"/>
                <a:ea typeface="Courier Prime"/>
                <a:cs typeface="Courier Prime"/>
                <a:sym typeface="Courier Prime"/>
              </a:rPr>
              <a:t>AGRADECIMENTOS</a:t>
            </a:r>
            <a:endParaRPr sz="6400">
              <a:solidFill>
                <a:srgbClr val="D0D0D0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215" name="Google Shape;215;p27"/>
          <p:cNvSpPr/>
          <p:nvPr/>
        </p:nvSpPr>
        <p:spPr>
          <a:xfrm>
            <a:off x="526050" y="8039738"/>
            <a:ext cx="8549100" cy="130200"/>
          </a:xfrm>
          <a:prstGeom prst="rect">
            <a:avLst/>
          </a:prstGeom>
          <a:gradFill>
            <a:gsLst>
              <a:gs pos="0">
                <a:srgbClr val="00FF41"/>
              </a:gs>
              <a:gs pos="100000">
                <a:srgbClr val="009A22"/>
              </a:gs>
            </a:gsLst>
            <a:lin ang="10800025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sp>
        <p:nvSpPr>
          <p:cNvPr id="216" name="Google Shape;216;p27"/>
          <p:cNvSpPr txBox="1"/>
          <p:nvPr>
            <p:ph idx="12" type="sldNum"/>
          </p:nvPr>
        </p:nvSpPr>
        <p:spPr>
          <a:xfrm>
            <a:off x="8896081" y="11606228"/>
            <a:ext cx="576000" cy="979500"/>
          </a:xfrm>
          <a:prstGeom prst="rect">
            <a:avLst/>
          </a:prstGeom>
        </p:spPr>
        <p:txBody>
          <a:bodyPr anchorCtr="0" anchor="ctr" bIns="139850" lIns="139850" spcFirstLastPara="1" rIns="139850" wrap="square" tIns="139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8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-3315425" y="73269"/>
            <a:ext cx="24119286" cy="12801599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8"/>
          <p:cNvSpPr txBox="1"/>
          <p:nvPr>
            <p:ph type="title"/>
          </p:nvPr>
        </p:nvSpPr>
        <p:spPr>
          <a:xfrm>
            <a:off x="327285" y="1107618"/>
            <a:ext cx="8946600" cy="14253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8"/>
          <p:cNvSpPr/>
          <p:nvPr/>
        </p:nvSpPr>
        <p:spPr>
          <a:xfrm>
            <a:off x="1240775" y="1107625"/>
            <a:ext cx="7119600" cy="130200"/>
          </a:xfrm>
          <a:prstGeom prst="rect">
            <a:avLst/>
          </a:prstGeom>
          <a:gradFill>
            <a:gsLst>
              <a:gs pos="0">
                <a:srgbClr val="00FF41"/>
              </a:gs>
              <a:gs pos="100000">
                <a:srgbClr val="009A22"/>
              </a:gs>
            </a:gsLst>
            <a:lin ang="10800025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pic>
        <p:nvPicPr>
          <p:cNvPr id="224" name="Google Shape;224;p28" title="printed-circuit-connections-svgrepo-co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2100" y="0"/>
            <a:ext cx="1440000" cy="1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8"/>
          <p:cNvSpPr txBox="1"/>
          <p:nvPr>
            <p:ph idx="4294967295" type="ctrTitle"/>
          </p:nvPr>
        </p:nvSpPr>
        <p:spPr>
          <a:xfrm>
            <a:off x="1317900" y="73275"/>
            <a:ext cx="7222200" cy="10044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100">
                <a:solidFill>
                  <a:srgbClr val="00FF41"/>
                </a:solidFill>
                <a:latin typeface="Courier Prime"/>
                <a:ea typeface="Courier Prime"/>
                <a:cs typeface="Courier Prime"/>
                <a:sym typeface="Courier Prime"/>
              </a:rPr>
              <a:t>OBRIGADO PELA LEITURA!</a:t>
            </a:r>
            <a:endParaRPr sz="3700">
              <a:solidFill>
                <a:srgbClr val="00FF41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100">
              <a:solidFill>
                <a:srgbClr val="00FF41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226" name="Google Shape;226;p28"/>
          <p:cNvSpPr txBox="1"/>
          <p:nvPr>
            <p:ph idx="1" type="body"/>
          </p:nvPr>
        </p:nvSpPr>
        <p:spPr>
          <a:xfrm>
            <a:off x="327285" y="2361657"/>
            <a:ext cx="8946600" cy="8502900"/>
          </a:xfrm>
          <a:prstGeom prst="rect">
            <a:avLst/>
          </a:prstGeom>
        </p:spPr>
        <p:txBody>
          <a:bodyPr anchorCtr="0" anchor="t" bIns="139850" lIns="139850" spcFirstLastPara="1" rIns="139850" wrap="square" tIns="139850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D0D0D0"/>
                </a:solidFill>
                <a:latin typeface="Roboto Mono"/>
                <a:ea typeface="Roboto Mono"/>
                <a:cs typeface="Roboto Mono"/>
                <a:sym typeface="Roboto Mono"/>
              </a:rPr>
              <a:t>O conteúdo do e-book foi gerado por IA, revisado e então transformado nesse formato por um humano.</a:t>
            </a:r>
            <a:endParaRPr sz="2400">
              <a:solidFill>
                <a:srgbClr val="D0D0D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1836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D0D0D0"/>
                </a:solidFill>
                <a:latin typeface="Roboto Mono"/>
                <a:ea typeface="Roboto Mono"/>
                <a:cs typeface="Roboto Mono"/>
                <a:sym typeface="Roboto Mono"/>
              </a:rPr>
              <a:t>Agradeço a Universia e a DIO por fornecerem o material de apoio e guias que foram utilizados como base para produção </a:t>
            </a:r>
            <a:r>
              <a:rPr lang="pt-BR" sz="2400">
                <a:solidFill>
                  <a:srgbClr val="D0D0D0"/>
                </a:solidFill>
                <a:latin typeface="Roboto Mono"/>
                <a:ea typeface="Roboto Mono"/>
                <a:cs typeface="Roboto Mono"/>
                <a:sym typeface="Roboto Mono"/>
              </a:rPr>
              <a:t>deste</a:t>
            </a:r>
            <a:r>
              <a:rPr lang="pt-BR" sz="2400">
                <a:solidFill>
                  <a:srgbClr val="D0D0D0"/>
                </a:solidFill>
                <a:latin typeface="Roboto Mono"/>
                <a:ea typeface="Roboto Mono"/>
                <a:cs typeface="Roboto Mono"/>
                <a:sym typeface="Roboto Mono"/>
              </a:rPr>
              <a:t> e-book.</a:t>
            </a:r>
            <a:br>
              <a:rPr lang="pt-BR" sz="2400">
                <a:solidFill>
                  <a:srgbClr val="D0D0D0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pt-BR" sz="2400">
                <a:solidFill>
                  <a:srgbClr val="D0D0D0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pt-BR" sz="2400">
                <a:solidFill>
                  <a:srgbClr val="D0D0D0"/>
                </a:solidFill>
                <a:latin typeface="Roboto Mono"/>
                <a:ea typeface="Roboto Mono"/>
                <a:cs typeface="Roboto Mono"/>
                <a:sym typeface="Roboto Mono"/>
              </a:rPr>
              <a:t>Os arquivos e prompts utilizados podem ser encontrados em:</a:t>
            </a:r>
            <a:endParaRPr sz="2400">
              <a:solidFill>
                <a:srgbClr val="D0D0D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1836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D0D0D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1836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D0D0D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1836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D0D0D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1836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D0D0D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1836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D0D0D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1836"/>
              </a:spcBef>
              <a:spcAft>
                <a:spcPts val="0"/>
              </a:spcAft>
              <a:buNone/>
            </a:pPr>
            <a:r>
              <a:rPr lang="pt-BR" sz="240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5"/>
              </a:rPr>
              <a:t>https://github.com/B-Emidio/ebook-ia-dio</a:t>
            </a:r>
            <a:endParaRPr sz="2400">
              <a:solidFill>
                <a:srgbClr val="D0D0D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1836"/>
              </a:spcBef>
              <a:spcAft>
                <a:spcPts val="1836"/>
              </a:spcAft>
              <a:buNone/>
            </a:pPr>
            <a:r>
              <a:t/>
            </a:r>
            <a:endParaRPr sz="2400">
              <a:solidFill>
                <a:srgbClr val="D0D0D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7" name="Google Shape;227;p28"/>
          <p:cNvSpPr txBox="1"/>
          <p:nvPr>
            <p:ph idx="12" type="sldNum"/>
          </p:nvPr>
        </p:nvSpPr>
        <p:spPr>
          <a:xfrm>
            <a:off x="8896081" y="11606228"/>
            <a:ext cx="576000" cy="979500"/>
          </a:xfrm>
          <a:prstGeom prst="rect">
            <a:avLst/>
          </a:prstGeom>
        </p:spPr>
        <p:txBody>
          <a:bodyPr anchorCtr="0" anchor="ctr" bIns="139850" lIns="139850" spcFirstLastPara="1" rIns="139850" wrap="square" tIns="13985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28" name="Google Shape;228;p28" title="github-color-svgrepo-co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81400" y="6520800"/>
            <a:ext cx="24384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